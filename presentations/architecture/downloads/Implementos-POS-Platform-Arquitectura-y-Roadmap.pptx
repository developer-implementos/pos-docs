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34d5016cad4979" /><Relationship Type="http://schemas.openxmlformats.org/officeDocument/2006/relationships/extended-properties" Target="/docProps/app.xml" Id="Re200878318594cc2" /><Relationship Type="http://schemas.openxmlformats.org/officeDocument/2006/relationships/officeDocument" Target="/ppt/presentation.xml" Id="R5528a593a25047be" /></Relationships>
</file>

<file path=ppt/presentation.xml><?xml version="1.0" encoding="utf-8"?>
<p:presentation xmlns:p="http://schemas.openxmlformats.org/presentationml/2006/main">
  <p:sldMasterIdLst>
    <p:sldMasterId xmlns:r="http://schemas.openxmlformats.org/officeDocument/2006/relationships" id="2147483648" r:id="R835f41dca2c8477d"/>
  </p:sldMasterIdLst>
  <p:notesMasterIdLst>
    <p:notesMasterId xmlns:r="http://schemas.openxmlformats.org/officeDocument/2006/relationships" r:id="R5aefd5e9f9a247be"/>
  </p:notesMasterIdLst>
  <p:sldIdLst>
    <p:sldId xmlns:r="http://schemas.openxmlformats.org/officeDocument/2006/relationships" id="256" r:id="Rcaa35a3c684e4d3b"/>
    <p:sldId xmlns:r="http://schemas.openxmlformats.org/officeDocument/2006/relationships" id="257" r:id="R56b72d3dab494193"/>
    <p:sldId xmlns:r="http://schemas.openxmlformats.org/officeDocument/2006/relationships" id="258" r:id="Rc683f754854d4d4d"/>
    <p:sldId xmlns:r="http://schemas.openxmlformats.org/officeDocument/2006/relationships" id="259" r:id="Rfd4ccbccd0104a15"/>
    <p:sldId xmlns:r="http://schemas.openxmlformats.org/officeDocument/2006/relationships" id="260" r:id="R3caf5e4a97f44440"/>
    <p:sldId xmlns:r="http://schemas.openxmlformats.org/officeDocument/2006/relationships" id="261" r:id="R67544f3f986f40c3"/>
    <p:sldId xmlns:r="http://schemas.openxmlformats.org/officeDocument/2006/relationships" id="262" r:id="R340724a616ae4a6f"/>
    <p:sldId xmlns:r="http://schemas.openxmlformats.org/officeDocument/2006/relationships" id="263" r:id="R307ee082ad49499e"/>
    <p:sldId xmlns:r="http://schemas.openxmlformats.org/officeDocument/2006/relationships" id="264" r:id="Rdd26825e0b394dfc"/>
    <p:sldId xmlns:r="http://schemas.openxmlformats.org/officeDocument/2006/relationships" id="265" r:id="R6ed6f49d33204c69"/>
    <p:sldId xmlns:r="http://schemas.openxmlformats.org/officeDocument/2006/relationships" id="266" r:id="R4cb1c9acf9784f83"/>
    <p:sldId xmlns:r="http://schemas.openxmlformats.org/officeDocument/2006/relationships" id="267" r:id="Rf29dbf8160cc4254"/>
    <p:sldId xmlns:r="http://schemas.openxmlformats.org/officeDocument/2006/relationships" id="268" r:id="Reade11f2ce1f4bd4"/>
    <p:sldId xmlns:r="http://schemas.openxmlformats.org/officeDocument/2006/relationships" id="269" r:id="Rca3400ba47cc49d3"/>
    <p:sldId xmlns:r="http://schemas.openxmlformats.org/officeDocument/2006/relationships" id="270" r:id="R2a7abb8a926c48df"/>
    <p:sldId xmlns:r="http://schemas.openxmlformats.org/officeDocument/2006/relationships" id="271" r:id="R54fde3285d584a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bdace085604a8d" /><Relationship Type="http://schemas.openxmlformats.org/officeDocument/2006/relationships/slideMaster" Target="/ppt/slideMasters/slideMaster1.xml" Id="R835f41dca2c8477d" /><Relationship Type="http://schemas.openxmlformats.org/officeDocument/2006/relationships/notesMaster" Target="/ppt/notesMasters/notesMaster1.xml" Id="R5aefd5e9f9a247be" /><Relationship Type="http://schemas.openxmlformats.org/officeDocument/2006/relationships/presProps" Target="/ppt/presProps.xml" Id="R7b49c428a79946c8" /><Relationship Type="http://schemas.openxmlformats.org/officeDocument/2006/relationships/tableStyles" Target="/ppt/tableStyles.xml" Id="R9e7b8321b29d4c57" /><Relationship Type="http://schemas.openxmlformats.org/officeDocument/2006/relationships/slide" Target="/ppt/slides/slide1.xml" Id="Rcaa35a3c684e4d3b" /><Relationship Type="http://schemas.openxmlformats.org/officeDocument/2006/relationships/slide" Target="/ppt/slides/slide2.xml" Id="R56b72d3dab494193" /><Relationship Type="http://schemas.openxmlformats.org/officeDocument/2006/relationships/slide" Target="/ppt/slides/slide3.xml" Id="Rc683f754854d4d4d" /><Relationship Type="http://schemas.openxmlformats.org/officeDocument/2006/relationships/slide" Target="/ppt/slides/slide4.xml" Id="Rfd4ccbccd0104a15" /><Relationship Type="http://schemas.openxmlformats.org/officeDocument/2006/relationships/slide" Target="/ppt/slides/slide5.xml" Id="R3caf5e4a97f44440" /><Relationship Type="http://schemas.openxmlformats.org/officeDocument/2006/relationships/slide" Target="/ppt/slides/slide6.xml" Id="R67544f3f986f40c3" /><Relationship Type="http://schemas.openxmlformats.org/officeDocument/2006/relationships/slide" Target="/ppt/slides/slide7.xml" Id="R340724a616ae4a6f" /><Relationship Type="http://schemas.openxmlformats.org/officeDocument/2006/relationships/slide" Target="/ppt/slides/slide8.xml" Id="R307ee082ad49499e" /><Relationship Type="http://schemas.openxmlformats.org/officeDocument/2006/relationships/slide" Target="/ppt/slides/slide9.xml" Id="Rdd26825e0b394dfc" /><Relationship Type="http://schemas.openxmlformats.org/officeDocument/2006/relationships/slide" Target="/ppt/slides/slide10.xml" Id="R6ed6f49d33204c69" /><Relationship Type="http://schemas.openxmlformats.org/officeDocument/2006/relationships/slide" Target="/ppt/slides/slide11.xml" Id="R4cb1c9acf9784f83" /><Relationship Type="http://schemas.openxmlformats.org/officeDocument/2006/relationships/slide" Target="/ppt/slides/slide12.xml" Id="Rf29dbf8160cc4254" /><Relationship Type="http://schemas.openxmlformats.org/officeDocument/2006/relationships/slide" Target="/ppt/slides/slide13.xml" Id="Reade11f2ce1f4bd4" /><Relationship Type="http://schemas.openxmlformats.org/officeDocument/2006/relationships/slide" Target="/ppt/slides/slide14.xml" Id="Rca3400ba47cc49d3" /><Relationship Type="http://schemas.openxmlformats.org/officeDocument/2006/relationships/slide" Target="/ppt/slides/slide15.xml" Id="R2a7abb8a926c48df" /><Relationship Type="http://schemas.openxmlformats.org/officeDocument/2006/relationships/slide" Target="/ppt/slides/slide16.xml" Id="R54fde3285d584a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e7d5864f5843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b9d940e3a549d8" /><Relationship Type="http://schemas.openxmlformats.org/officeDocument/2006/relationships/notesMaster" Target="/ppt/notesMasters/notesMaster1.xml" Id="R162349033eda4d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bcbec667d64d92" /><Relationship Type="http://schemas.openxmlformats.org/officeDocument/2006/relationships/notesMaster" Target="/ppt/notesMasters/notesMaster1.xml" Id="R1760d25f64c54d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b0289a2a2c4fe8" /><Relationship Type="http://schemas.openxmlformats.org/officeDocument/2006/relationships/notesMaster" Target="/ppt/notesMasters/notesMaster1.xml" Id="Rb751b2eb87f340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5697bc72664fb4" /><Relationship Type="http://schemas.openxmlformats.org/officeDocument/2006/relationships/notesMaster" Target="/ppt/notesMasters/notesMaster1.xml" Id="R182e547888644d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e5ae768a7141e4" /><Relationship Type="http://schemas.openxmlformats.org/officeDocument/2006/relationships/notesMaster" Target="/ppt/notesMasters/notesMaster1.xml" Id="Rf765b1faf84f47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e7b7506f6d4ff4" /><Relationship Type="http://schemas.openxmlformats.org/officeDocument/2006/relationships/notesMaster" Target="/ppt/notesMasters/notesMaster1.xml" Id="Rbb85e3d422a04c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cd5a724acb4d1a" /><Relationship Type="http://schemas.openxmlformats.org/officeDocument/2006/relationships/notesMaster" Target="/ppt/notesMasters/notesMaster1.xml" Id="Ree49873923d943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0e0c20138f419c" /><Relationship Type="http://schemas.openxmlformats.org/officeDocument/2006/relationships/notesMaster" Target="/ppt/notesMasters/notesMaster1.xml" Id="R8fcaa7b7b49143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fab78bf1234002" /><Relationship Type="http://schemas.openxmlformats.org/officeDocument/2006/relationships/notesMaster" Target="/ppt/notesMasters/notesMaster1.xml" Id="R10ca536ebcb04f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12287fd059450e" /><Relationship Type="http://schemas.openxmlformats.org/officeDocument/2006/relationships/notesMaster" Target="/ppt/notesMasters/notesMaster1.xml" Id="R79f28cc4044f45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c6dbc932dd4893" /><Relationship Type="http://schemas.openxmlformats.org/officeDocument/2006/relationships/notesMaster" Target="/ppt/notesMasters/notesMaster1.xml" Id="Rad85516669d04b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addce998154609" /><Relationship Type="http://schemas.openxmlformats.org/officeDocument/2006/relationships/notesMaster" Target="/ppt/notesMasters/notesMaster1.xml" Id="Rf460bb321bc34d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812ccdc5754fb2" /><Relationship Type="http://schemas.openxmlformats.org/officeDocument/2006/relationships/notesMaster" Target="/ppt/notesMasters/notesMaster1.xml" Id="Ra813bd33b64a44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22b92818fb4cd6" /><Relationship Type="http://schemas.openxmlformats.org/officeDocument/2006/relationships/notesMaster" Target="/ppt/notesMasters/notesMaster1.xml" Id="R7dba8137f5284e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e8850ac47446f5" /><Relationship Type="http://schemas.openxmlformats.org/officeDocument/2006/relationships/notesMaster" Target="/ppt/notesMasters/notesMaster1.xml" Id="Rfdff489501e441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51df5a88ff4732" /><Relationship Type="http://schemas.openxmlformats.org/officeDocument/2006/relationships/notesMaster" Target="/ppt/notesMasters/notesMaster1.xml" Id="R231d376b9d074a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Primera versión de trabajo. Cinco vistas iniciales para ampliar en sucesivas revisiones: capacidades, contexto C4 C1, monorepo, entrega e infraestructura.</a:t>
            </a:r>
          </a:p>
          <a:p xmlns:a="http://schemas.openxmlformats.org/drawingml/2006/main">
            <a:r>
              <a:t/>
            </a:r>
          </a:p>
          <a:p xmlns:a="http://schemas.openxmlformats.org/drawingml/2006/main">
            <a:r>
              <a:t>Fuentes locales revisadas el 21 de octubre de 2026:</a:t>
            </a:r>
          </a:p>
          <a:p xmlns:a="http://schemas.openxmlformats.org/drawingml/2006/main">
            <a:r>
              <a:t>docs-site/src/content/docs/proposal/product.md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mapa anterior de 26 dominios. Las agrupaciones no representan microservicios. CRM y omnicanal son extensiones sujetas a alcance. IA y RFID quedan fuera de esta síntesis de capacidades base.</a:t>
            </a:r>
          </a:p>
          <a:p xmlns:a="http://schemas.openxmlformats.org/drawingml/2006/main">
            <a:r>
              <a:t/>
            </a:r>
          </a:p>
          <a:p xmlns:a="http://schemas.openxmlformats.org/drawingml/2006/main">
            <a:r>
              <a:t>Fuentes locales revisadas el 21 de octubre de 2026:</a:t>
            </a:r>
          </a:p>
          <a:p xmlns:a="http://schemas.openxmlformats.org/drawingml/2006/main">
            <a:r>
              <a:t>presentation/capabilities/capabilities.json</a:t>
            </a:r>
          </a:p>
          <a:p xmlns:a="http://schemas.openxmlformats.org/drawingml/2006/main">
            <a:r>
              <a:t>docs-site/src/content/docs/proposal/product.md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 muestra el sistema completo y sus actores y dependencias externas. Los conectores indican propósito, no un camino técnico de red. Los nombres ERP corresponden al contexto informado, no a integraciones implementadas.</a:t>
            </a:r>
          </a:p>
          <a:p xmlns:a="http://schemas.openxmlformats.org/drawingml/2006/main">
            <a:r>
              <a:t/>
            </a:r>
          </a:p>
          <a:p xmlns:a="http://schemas.openxmlformats.org/drawingml/2006/main">
            <a:r>
              <a:t>Fuentes locales revisadas el 21 de octubre de 2026:</a:t>
            </a:r>
          </a:p>
          <a:p xmlns:a="http://schemas.openxmlformats.org/drawingml/2006/main">
            <a:r>
              <a:t>presentation/diagrams/c4-context.mmd</a:t>
            </a:r>
          </a:p>
          <a:p xmlns:a="http://schemas.openxmlformats.org/drawingml/2006/main">
            <a:r>
              <a:t>docs-site/src/content/docs/proposal/integration.md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Organización objetivo acordada el 21-10-2026. Las aplicaciones branch-api y branch-sync-worker ya están renombradas físicamente, incluidos proyectos Nx, paquetes, artefactos e identidad de servicio. Verificado en sus carpetas y project.json. Los prefijos de configuración son BRANCH_API_* y BRANCH_SYNC_WORKER_*; los anteriores no son aliases. Este renombrado no implementa persistencia, sincronización ni negocio. El checkout conserva libs/platform/backend, libs/ui, libs/shared-kernel y libs/contracts; sus destinos son shared/backend, shared/frontend/ui, shared/kernel y shared/contracts. Testing aún no tiene biblioteca dedicada. E2E se trasladará a apps/pos-clients-e2e, incluida la suite mobile; es un proyecto de pruebas, sin despliegue de negocio. Seis aplicaciones operativas y una documental. Backend agrupa trece contextos; las bibliotecas de composición y transitorias se detallan en la siguiente lámina. Core es referencia organizacional, no dependencia de código, paquetes ni servicios. Cada biblioteca conserva entrada pública; no se propone un barrel universal shared.</a:t>
            </a:r>
          </a:p>
          <a:p xmlns:a="http://schemas.openxmlformats.org/drawingml/2006/main">
            <a:r>
              <a:t/>
            </a:r>
          </a:p>
          <a:p xmlns:a="http://schemas.openxmlformats.org/drawingml/2006/main">
            <a:r>
              <a:t>Fuentes locales revisadas el 21 de octubre de 2026:</a:t>
            </a:r>
          </a:p>
          <a:p xmlns:a="http://schemas.openxmlformats.org/drawingml/2006/main">
            <a:r>
              <a:t>../corporate-pos/docs/monorepo.md</a:t>
            </a:r>
          </a:p>
          <a:p xmlns:a="http://schemas.openxmlformats.org/drawingml/2006/main">
            <a:r>
              <a:t>../corporate-pos/apps/branch-api/project.json</a:t>
            </a:r>
          </a:p>
          <a:p xmlns:a="http://schemas.openxmlformats.org/drawingml/2006/main">
            <a:r>
              <a:t>../corporate-pos/apps/branch-sync-worker/project.json</a:t>
            </a:r>
          </a:p>
          <a:p xmlns:a="http://schemas.openxmlformats.org/drawingml/2006/main">
            <a:r>
              <a:t>../corporate-pos/README.md</a:t>
            </a:r>
          </a:p>
          <a:p xmlns:a="http://schemas.openxmlformats.org/drawingml/2006/main">
            <a:r>
              <a:t>../corporate-pos/docs/decisions/native-clients.md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agrupa mecanismos técnicos y conceptos mínimos, no todo el código usado por más de una app. El shell compone features y queda fuera de shared/frontend. Country-policies, domain y data-access son transitorios y requieren revisión por responsabilidad; no se mueven completos a shared. Las carpetas de shared/backend describen responsabilidades, sin imponer una biblioteca Nx por carpeta. Los contratos de negocio permanecen en su contexto, por ejemplo SaleConfirmedV1 en ventas; shared/contracts contiene sobres y metadatos técnicos. Shared/testing solo puede ser dependencia de pruebas. Las features no importan SDK nativos directamente.</a:t>
            </a:r>
          </a:p>
          <a:p xmlns:a="http://schemas.openxmlformats.org/drawingml/2006/main">
            <a:r>
              <a:t/>
            </a:r>
          </a:p>
          <a:p xmlns:a="http://schemas.openxmlformats.org/drawingml/2006/main">
            <a:r>
              <a:t>Fuentes locales revisadas el 21 de octubre de 2026:</a:t>
            </a:r>
          </a:p>
          <a:p xmlns:a="http://schemas.openxmlformats.org/drawingml/2006/main">
            <a:r>
              <a:t>../corporate-pos/docs/monorepo.md</a:t>
            </a:r>
          </a:p>
          <a:p xmlns:a="http://schemas.openxmlformats.org/drawingml/2006/main">
            <a:r>
              <a:t>../corporate-pos/docs/decisions/native-clients.md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Flujo objetivo, no pipeline productivo existente. GitHub Actions se alinea con el precedente de devops-platform y Nx coordina tareas. Compilaciones y firma nativas dependen de runners/herramientas de cada plataforma. Cada país promueve artefactos inmutables después de validación y aprobación. Credenciales/entornos aislados. La distribución por anillos incluye validación de dispositivos. Revertir binarios requiere esquema compatible: no restaurar una base antigua sobre ventas nuevas. pos-docs tiene entrega estática separada; no forma parte del runtime comercial.</a:t>
            </a:r>
          </a:p>
          <a:p xmlns:a="http://schemas.openxmlformats.org/drawingml/2006/main">
            <a:r>
              <a:t/>
            </a:r>
          </a:p>
          <a:p xmlns:a="http://schemas.openxmlformats.org/drawingml/2006/main">
            <a:r>
              <a:t>Fuentes locales revisadas el 21 de octubre de 2026:</a:t>
            </a:r>
          </a:p>
          <a:p xmlns:a="http://schemas.openxmlformats.org/drawingml/2006/main">
            <a:r>
              <a:t>docs-site/src/content/docs/proposal/technology.md</a:t>
            </a:r>
          </a:p>
          <a:p xmlns:a="http://schemas.openxmlformats.org/drawingml/2006/main">
            <a:r>
              <a:t>docs-site/src/content/docs/proposal/corporate-reuse.md</a:t>
            </a:r>
          </a:p>
          <a:p xmlns:a="http://schemas.openxmlformats.org/drawingml/2006/main">
            <a:r>
              <a:t>../corporate-pos/docs/decisions/native-clients.md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base recomendada es PostgreSQL en sucursal y país, NestJS/Fastify y workers. Ningún motor/broker confirma por sí solo la durabilidad: se implementan transacciones, outbox/inbox, deduplicación y recuperación. GCP/Cloud Run, Pub/Sub, RabbitMQ, Redis/BullMQ y Kubernetes no se presentan como servicios elegidos. Cloud autorizado o VM privada requiere decisión operativa. El móvil no habilita por sí solo venta sin LAN ni acceso remoto público. LAN/escritor disponibles son requisito del perfil WAN. El OS, dimensionamiento, HA, RPO/RTO y distribución se homologan en piloto.</a:t>
            </a:r>
          </a:p>
          <a:p xmlns:a="http://schemas.openxmlformats.org/drawingml/2006/main">
            <a:r>
              <a:t/>
            </a:r>
          </a:p>
          <a:p xmlns:a="http://schemas.openxmlformats.org/drawingml/2006/main">
            <a:r>
              <a:t>Fuentes locales revisadas el 21 de octubre de 2026:</a:t>
            </a:r>
          </a:p>
          <a:p xmlns:a="http://schemas.openxmlformats.org/drawingml/2006/main">
            <a:r>
              <a:t>docs-site/src/content/docs/proposal/technology.md</a:t>
            </a:r>
          </a:p>
          <a:p xmlns:a="http://schemas.openxmlformats.org/drawingml/2006/main">
            <a:r>
              <a:t>docs-site/src/content/docs/architecture/messaging.md</a:t>
            </a:r>
          </a:p>
          <a:p xmlns:a="http://schemas.openxmlformats.org/drawingml/2006/main">
            <a:r>
              <a:t>presentation/diagrams/c4-deployment.mmd</a:t>
            </a:r>
          </a:p>
          <a:p xmlns:a="http://schemas.openxmlformats.org/drawingml/2006/main">
            <a:r>
              <a:t>../corporate-pos/docs/decisions/native-clients.md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Diagrama lógico de la integración ERP de POS Platform. El commit local confirma únicamente las operaciones habilitadas por la matriz offline y las políticas vigentes. La entrega agrupa branch-sync-worker y country-api sin fusionarlos en un único proceso. Negocio/outbox local y recepción durable de país requieren implementación transaccional. La fachada ofrece contratos del POS; la ACL traduce identidades, unidades, importes, estados y errores; el adaptador implementa el protocolo. No se obliga a tres servicios distintos. Pagos/fiscalidad tienen protocolos propios. No se afirma que todo el legacy escriba directamente en AX ni se incorporan VTEX u otros canales como consumidores existentes del POS.</a:t>
            </a:r>
          </a:p>
          <a:p xmlns:a="http://schemas.openxmlformats.org/drawingml/2006/main">
            <a:r>
              <a:t/>
            </a:r>
          </a:p>
          <a:p xmlns:a="http://schemas.openxmlformats.org/drawingml/2006/main">
            <a:r>
              <a:t>Fuentes locales revisadas el 21 de octubre de 2026:</a:t>
            </a:r>
          </a:p>
          <a:p xmlns:a="http://schemas.openxmlformats.org/drawingml/2006/main">
            <a:r>
              <a:t>docs-site/src/content/docs/proposal/contracts.md</a:t>
            </a:r>
          </a:p>
          <a:p xmlns:a="http://schemas.openxmlformats.org/drawingml/2006/main">
            <a:r>
              <a:t>docs-site/src/content/docs/proposal/continuity.mdx</a:t>
            </a:r>
          </a:p>
          <a:p xmlns:a="http://schemas.openxmlformats.org/drawingml/2006/main">
            <a:r>
              <a:t>docs-site/src/content/docs/proposal/synchronization.md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Topología objetivo para conectar los ERP actuales, no evidencia de ACL desplegadas. La plataforma lógica se repite/aisla por país y no implica una base mundial compartida. El proceso erp-worker consume trabajo mediante conexión saliente autenticada y conserva resultados; las flechas izquierdas muestran el inicio de la conexión, no la única dirección del flujo de datos. En Chile se ubica dentro de la red autorizada de AX. AX versión, servicios y personalizaciones requieren inventario; no se asume API Dynamics 365. España usa Gira y Perú un sistema custom, con interfaces y ubicación por confirmar. ACL/fachada/adaptador pueden ser responsabilidades dentro de erp-worker + libs/backend/erp. Elegir país no implementa automáticamente un adaptador ni sus reglas.</a:t>
            </a:r>
          </a:p>
          <a:p xmlns:a="http://schemas.openxmlformats.org/drawingml/2006/main">
            <a:r>
              <a:t/>
            </a:r>
          </a:p>
          <a:p xmlns:a="http://schemas.openxmlformats.org/drawingml/2006/main">
            <a:r>
              <a:t>Fuentes locales revisadas el 21 de octubre de 2026:</a:t>
            </a:r>
          </a:p>
          <a:p xmlns:a="http://schemas.openxmlformats.org/drawingml/2006/main">
            <a:r>
              <a:t>docs-site/src/content/docs/proposal/integration.md</a:t>
            </a:r>
          </a:p>
          <a:p xmlns:a="http://schemas.openxmlformats.org/drawingml/2006/main">
            <a:r>
              <a:t>docs-site/src/content/docs/proposal/contracts.md</a:t>
            </a:r>
          </a:p>
          <a:p xmlns:a="http://schemas.openxmlformats.org/drawingml/2006/main">
            <a:r>
              <a:t>docs-site/src/content/docs/architecture/monorepo.md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dos ramas son destinos seleccionables según política de migración, nunca doble contabilización. El destino de cada operación se persiste y se conserva durante reintentos. Reasignación exige reconciliar el efecto anterior y registrar evidencia. El corte se define por país, entidad y capacidad, con tratamiento de ventas offline tardías y pagos/devoluciones/NC que referencian documentos anteriores. Preparar mapeos y contratos, validar pruebas de negocio, pilotar, conciliar/drenar pendientes y retirar cada conector con criterios explícitos. Una comparación paralela no autoriza escribir en ambos ERP. El ERP común no implica instancia única ni elimina reglas fiscales nacionales. Cloud es una posibilidad, sin decisión de Cloud Run, proveedor ni fecha. El objetivo es mantener consumidores estables, no una garantía de cero cambios ni de cambiar únicamente un adaptador.</a:t>
            </a:r>
          </a:p>
          <a:p xmlns:a="http://schemas.openxmlformats.org/drawingml/2006/main">
            <a:r>
              <a:t/>
            </a:r>
          </a:p>
          <a:p xmlns:a="http://schemas.openxmlformats.org/drawingml/2006/main">
            <a:r>
              <a:t>Fuentes locales revisadas el 21 de octubre de 2026:</a:t>
            </a:r>
          </a:p>
          <a:p xmlns:a="http://schemas.openxmlformats.org/drawingml/2006/main">
            <a:r>
              <a:t>docs-site/src/content/docs/proposal/erp-migration.md</a:t>
            </a:r>
          </a:p>
          <a:p xmlns:a="http://schemas.openxmlformats.org/drawingml/2006/main">
            <a:r>
              <a:t>docs-site/src/content/docs/proposal/contracts.md</a:t>
            </a:r>
          </a:p>
          <a:p xmlns:a="http://schemas.openxmlformats.org/drawingml/2006/main">
            <a:r>
              <a:t>docs-site/src/content/docs/proposal/integration.md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UI actual ofrece una demostración con datos sintéticos. La base NestJS/Fastify no equivale a persistencia ni operaciones de negocio. Se propone sustituir adaptadores mock por recorridos verticales verificables. Primera fase usa efectivo en laboratorio; los documentos son de prueba y no habilitan venta legal/productiva. Autorización básica y aislamiento se implementan desde el primer incremento. Chile/escritorio es una hipótesis de priorización basada en el prototipo existente, sujeta a confirmación. No se asignan plazos ni recursos sin información de capacidad y dependencias. Roadmap propuesto para revisión con desarrollo y producto. El orden y los criterios son una propuesta editorial para esta presentación, no un calendario aprobado.</a:t>
            </a:r>
          </a:p>
          <a:p xmlns:a="http://schemas.openxmlformats.org/drawingml/2006/main">
            <a:r>
              <a:t/>
            </a:r>
          </a:p>
          <a:p xmlns:a="http://schemas.openxmlformats.org/drawingml/2006/main">
            <a:r>
              <a:t>Fuentes locales revisadas el 21 de octubre de 2026:</a:t>
            </a:r>
          </a:p>
          <a:p xmlns:a="http://schemas.openxmlformats.org/drawingml/2006/main">
            <a:r>
              <a:t>../corporate-pos/docs/implementation-plan.md</a:t>
            </a:r>
          </a:p>
          <a:p xmlns:a="http://schemas.openxmlformats.org/drawingml/2006/main">
            <a:r>
              <a:t>../corporate-pos/docs/monorepo.md</a:t>
            </a:r>
          </a:p>
          <a:p xmlns:a="http://schemas.openxmlformats.org/drawingml/2006/main">
            <a:r>
              <a:t>docs-site/src/content/docs/operations/validation.md</a:t>
            </a:r>
          </a:p>
          <a:p xmlns:a="http://schemas.openxmlformats.org/drawingml/2006/main">
            <a:r>
              <a:t>docs-site/src/content/docs/proposal/technology.md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Secuencia propuesta: F1 venta local persistida, F2 primer proveedor de pago y fiscalidad, F3 sincronización/ERP y continuidad WAN, F4 jornada operativa completa en alcance priorizado, F5 piloto, F6 expansión. Las fases representan hitos de producto, no departamentos ni sprints de duración fija. Preparación de contratos y acceso a proveedores empieza desde F1 en paralelo; no espera a la fase de integración. Fases previas al piloto usan datos sintéticos y ambientes autorizados. Una fase puede requerir varias iteraciones; los criterios de salida gobiernan el avance. Roadmap propuesto para revisión con desarrollo y producto. El orden y los criterios son una propuesta editorial para esta presentación, no un calendario aprobado.</a:t>
            </a:r>
          </a:p>
          <a:p xmlns:a="http://schemas.openxmlformats.org/drawingml/2006/main">
            <a:r>
              <a:t/>
            </a:r>
          </a:p>
          <a:p xmlns:a="http://schemas.openxmlformats.org/drawingml/2006/main">
            <a:r>
              <a:t>Fuentes locales revisadas el 21 de octubre de 2026:</a:t>
            </a:r>
          </a:p>
          <a:p xmlns:a="http://schemas.openxmlformats.org/drawingml/2006/main">
            <a:r>
              <a:t>../corporate-pos/docs/implementation-plan.md</a:t>
            </a:r>
          </a:p>
          <a:p xmlns:a="http://schemas.openxmlformats.org/drawingml/2006/main">
            <a:r>
              <a:t>../corporate-pos/docs/monorepo.md</a:t>
            </a:r>
          </a:p>
          <a:p xmlns:a="http://schemas.openxmlformats.org/drawingml/2006/main">
            <a:r>
              <a:t>docs-site/src/content/docs/operations/validation.md</a:t>
            </a:r>
          </a:p>
          <a:p xmlns:a="http://schemas.openxmlformats.org/drawingml/2006/main">
            <a:r>
              <a:t>docs-site/src/content/docs/proposal/technology.md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 usar datos comerciales versionados de prueba, UI existente y efectivo. Confirmación local, control de turno, ámbito autorizado, autenticación/autorización de prueba verificable y persistencia real. El outbox se diseña desde esta primera transacción aunque su entrega se active en F3. F2 limita proveedores a una combinación inicial de país, medio y dispositivo acordada. La demo identifica explícitamente qué se simula y qué usa sandbox/hardware real. Impresión aceptada por software no prueba efecto físico. Pago autorizado, venta confirmada y documento fiscal aceptado tienen estados distintos. La habilitación de uso productivo exige homologación y autorización para la modalidad elegida, antes de F5. Roadmap propuesto para revisión con desarrollo y producto. El orden y los criterios son una propuesta editorial para esta presentación, no un calendario aprobado.</a:t>
            </a:r>
          </a:p>
          <a:p xmlns:a="http://schemas.openxmlformats.org/drawingml/2006/main">
            <a:r>
              <a:t/>
            </a:r>
          </a:p>
          <a:p xmlns:a="http://schemas.openxmlformats.org/drawingml/2006/main">
            <a:r>
              <a:t>Fuentes locales revisadas el 21 de octubre de 2026:</a:t>
            </a:r>
          </a:p>
          <a:p xmlns:a="http://schemas.openxmlformats.org/drawingml/2006/main">
            <a:r>
              <a:t>../corporate-pos/docs/implementation-plan.md</a:t>
            </a:r>
          </a:p>
          <a:p xmlns:a="http://schemas.openxmlformats.org/drawingml/2006/main">
            <a:r>
              <a:t>../corporate-pos/docs/monorepo.md</a:t>
            </a:r>
          </a:p>
          <a:p xmlns:a="http://schemas.openxmlformats.org/drawingml/2006/main">
            <a:r>
              <a:t>docs-site/src/content/docs/operations/validation.md</a:t>
            </a:r>
          </a:p>
          <a:p xmlns:a="http://schemas.openxmlformats.org/drawingml/2006/main">
            <a:r>
              <a:t>docs-site/src/content/docs/proposal/technology.md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F3 incorpora entrega durable y espejo comercial, con ACK posterior al commit en país, deduplicación, cursores, recuperación de mensajes e integración a primer ERP en entorno autorizado. Probar corte de Internet, repetición de eventos, pérdida de ACK y reinicio con almacenamiento sano. La demostración offline respeta permisos, vigencias y modalidades fiscales/pago homologadas. La caída de LAN o escritor detiene nuevas ventas en el perfil base. El backlog debe drenarse sin saturar ERP ni bloquear venta nueva; las metas se acuerdan y miden. F4 prioriza los recorridos exigidos para el piloto: devoluciones, referencias de NC, cobranzas/anticipos, cierres y conciliación. Autorización y auditoría no se postergan a esta fase: aquí se amplían a nuevos casos. Roadmap propuesto para revisión con desarrollo y producto. El orden y los criterios son una propuesta editorial para esta presentación, no un calendario aprobado.</a:t>
            </a:r>
          </a:p>
          <a:p xmlns:a="http://schemas.openxmlformats.org/drawingml/2006/main">
            <a:r>
              <a:t/>
            </a:r>
          </a:p>
          <a:p xmlns:a="http://schemas.openxmlformats.org/drawingml/2006/main">
            <a:r>
              <a:t>Fuentes locales revisadas el 21 de octubre de 2026:</a:t>
            </a:r>
          </a:p>
          <a:p xmlns:a="http://schemas.openxmlformats.org/drawingml/2006/main">
            <a:r>
              <a:t>../corporate-pos/docs/implementation-plan.md</a:t>
            </a:r>
          </a:p>
          <a:p xmlns:a="http://schemas.openxmlformats.org/drawingml/2006/main">
            <a:r>
              <a:t>../corporate-pos/docs/monorepo.md</a:t>
            </a:r>
          </a:p>
          <a:p xmlns:a="http://schemas.openxmlformats.org/drawingml/2006/main">
            <a:r>
              <a:t>docs-site/src/content/docs/operations/validation.md</a:t>
            </a:r>
          </a:p>
          <a:p xmlns:a="http://schemas.openxmlformats.org/drawingml/2006/main">
            <a:r>
              <a:t>docs-site/src/content/docs/proposal/technology.md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habilitar el piloto se requiere aceptación de F1–F4 para el alcance elegido, fiscalidad y pagos homologados, identidad y permisos reales, protección de datos, carga representativa, procedimientos de contingencia, soporte responsable y objetivos operativos acordados. No se declara un piloto exitoso sin evidencia. F5 fija local, cajas, medios, proveedores y operaciones autorizados; prueba instalación, monitoreo, restore y actualización compatible sin borrar ventas nuevas. F6 es una hipótesis de expansión que se reprioriza con producto: segundo país antes de generalizar a todos. El móvil comparte interfaz pero necesita pruebas de host, dispositivo y permisos; no implica venta sin LAN o acceso remoto público. La migración de ERP se coordina con ese programa; no es requisito automático para el primer piloto. Roadmap propuesto para revisión con desarrollo y producto. El orden y los criterios son una propuesta editorial para esta presentación, no un calendario aprobado.</a:t>
            </a:r>
          </a:p>
          <a:p xmlns:a="http://schemas.openxmlformats.org/drawingml/2006/main">
            <a:r>
              <a:t/>
            </a:r>
          </a:p>
          <a:p xmlns:a="http://schemas.openxmlformats.org/drawingml/2006/main">
            <a:r>
              <a:t>Fuentes locales revisadas el 21 de octubre de 2026:</a:t>
            </a:r>
          </a:p>
          <a:p xmlns:a="http://schemas.openxmlformats.org/drawingml/2006/main">
            <a:r>
              <a:t>../corporate-pos/docs/implementation-plan.md</a:t>
            </a:r>
          </a:p>
          <a:p xmlns:a="http://schemas.openxmlformats.org/drawingml/2006/main">
            <a:r>
              <a:t>../corporate-pos/docs/monorepo.md</a:t>
            </a:r>
          </a:p>
          <a:p xmlns:a="http://schemas.openxmlformats.org/drawingml/2006/main">
            <a:r>
              <a:t>docs-site/src/content/docs/operations/validation.md</a:t>
            </a:r>
          </a:p>
          <a:p xmlns:a="http://schemas.openxmlformats.org/drawingml/2006/main">
            <a:r>
              <a:t>docs-site/src/content/docs/proposal/technology.md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Backlog inicial propuesto para descomponer la F1 en historias pequeñas. Las filas son un orden de dependencias, no asignaciones por persona ni sprints. Los contratos y ejemplos permiten trabajar UI/API en paralelo; la aceptación final exige integración real del recorrido. El movimiento de shared/E2E se acomete con pruebas de comportamiento y según las dependencias necesarias, sin convertirlo en una fase funcional para el cliente. Las demos usan un guion de negocio y explicitan simulaciones. Arquitectura revisa decisiones y límites sin monopolizar ejecución; desarrollo y QA presentan evidencia, y producto acuerda el siguiente objetivo con el cliente. La estimación necesita equipo disponible, accesos, hardware, proveedores y alcance. Roadmap propuesto para revisión con desarrollo y producto. El orden y los criterios son una propuesta editorial para esta presentación, no un calendario aprobado.</a:t>
            </a:r>
          </a:p>
          <a:p xmlns:a="http://schemas.openxmlformats.org/drawingml/2006/main">
            <a:r>
              <a:t/>
            </a:r>
          </a:p>
          <a:p xmlns:a="http://schemas.openxmlformats.org/drawingml/2006/main">
            <a:r>
              <a:t>Fuentes locales revisadas el 21 de octubre de 2026:</a:t>
            </a:r>
          </a:p>
          <a:p xmlns:a="http://schemas.openxmlformats.org/drawingml/2006/main">
            <a:r>
              <a:t>../corporate-pos/docs/implementation-plan.md</a:t>
            </a:r>
          </a:p>
          <a:p xmlns:a="http://schemas.openxmlformats.org/drawingml/2006/main">
            <a:r>
              <a:t>../corporate-pos/docs/monorepo.md</a:t>
            </a:r>
          </a:p>
          <a:p xmlns:a="http://schemas.openxmlformats.org/drawingml/2006/main">
            <a:r>
              <a:t>docs-site/src/content/docs/operations/validation.md</a:t>
            </a:r>
          </a:p>
          <a:p xmlns:a="http://schemas.openxmlformats.org/drawingml/2006/main">
            <a:r>
              <a:t>docs-site/src/content/docs/proposal/technology.md</a:t>
            </a:r>
          </a:p>
          <a:p xmlns:a="http://schemas.openxmlformats.org/drawingml/2006/main">
            <a:r>
              <a:t>Brand book Implementos 2026, paleta p.22 y tipografía Inter p.24.</a:t>
            </a:r>
          </a:p>
          <a:p xmlns:a="http://schemas.openxmlformats.org/drawingml/2006/main">
            <a:r>
              <a:t>Logo indicado: https://www.implementos.com.pe/assets/public/svg/logos/logo.svg</a:t>
            </a:r>
          </a:p>
          <a:p xmlns:a="http://schemas.openxmlformats.org/drawingml/2006/main">
            <a:r>
              <a:t>Diseño objetivo: no acredita implementación ni despliegue productivo.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9da1435a3a42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2bf61a10a74c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d872372e8045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9aa13f7a9f4e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a638b4e82048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b84204203640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6626C3-7B66-43E7-A07B-FC23CBD4AA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00F361-3AEE-466D-8161-B536C961C2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BE6DAC-4BA9-4E6A-943B-1175FE9697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286336-CE29-40AB-B3F1-0F49181B1A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0EA8FA0-5DC0-4F47-92A7-1AA420AB5B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0A145F-1EA9-454F-A8A2-F29FE53742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851261-3124-464E-A8E0-079AC74024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E06826-CFA1-4BE7-BA1B-F1B7734E79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613C9C-AA78-453C-807E-7481DDA4D8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032CE3-7632-4DB1-97B2-2C504830C0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db4293e26645a8" /><Relationship Type="http://schemas.openxmlformats.org/officeDocument/2006/relationships/slideLayout" Target="/ppt/slideLayouts/slideLayout1.xml" Id="Re1680f0b124545ae" /><Relationship Type="http://schemas.openxmlformats.org/officeDocument/2006/relationships/slideLayout" Target="/ppt/slideLayouts/slideLayout2.xml" Id="Re9b7e52f90974b02" /><Relationship Type="http://schemas.openxmlformats.org/officeDocument/2006/relationships/slideLayout" Target="/ppt/slideLayouts/slideLayout3.xml" Id="R6681695532824336" /><Relationship Type="http://schemas.openxmlformats.org/officeDocument/2006/relationships/slideLayout" Target="/ppt/slideLayouts/slideLayout4.xml" Id="Rec5cad9bc6914d45" /><Relationship Type="http://schemas.openxmlformats.org/officeDocument/2006/relationships/slideLayout" Target="/ppt/slideLayouts/slideLayout5.xml" Id="R35f7a6ec4a0642f1" /><Relationship Type="http://schemas.openxmlformats.org/officeDocument/2006/relationships/slideLayout" Target="/ppt/slideLayouts/slideLayout6.xml" Id="R61749a62028b4a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680f0b124545ae"/>
    <p:sldLayoutId xmlns:r="http://schemas.openxmlformats.org/officeDocument/2006/relationships" id="2147483650" r:id="Re9b7e52f90974b02"/>
    <p:sldLayoutId xmlns:r="http://schemas.openxmlformats.org/officeDocument/2006/relationships" id="2147483651" r:id="R6681695532824336"/>
    <p:sldLayoutId xmlns:r="http://schemas.openxmlformats.org/officeDocument/2006/relationships" id="2147483652" r:id="Rec5cad9bc6914d45"/>
    <p:sldLayoutId xmlns:r="http://schemas.openxmlformats.org/officeDocument/2006/relationships" id="2147483653" r:id="R35f7a6ec4a0642f1"/>
    <p:sldLayoutId xmlns:r="http://schemas.openxmlformats.org/officeDocument/2006/relationships" id="2147483654" r:id="R61749a62028b4a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ee34882e1b46b0" /><Relationship Type="http://schemas.openxmlformats.org/officeDocument/2006/relationships/image" Target="/ppt/media/image.png" Id="Rc9876c5991734887" /><Relationship Type="http://schemas.openxmlformats.org/officeDocument/2006/relationships/image" Target="/ppt/media/image.svg" Id="Rcd8ad0d424fc41ad" /><Relationship Type="http://schemas.openxmlformats.org/officeDocument/2006/relationships/notesSlide" Target="/ppt/notesSlides/notesSlide1.xml" Id="Rf0f1967562a349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dd94b98b1142c8" /><Relationship Type="http://schemas.openxmlformats.org/officeDocument/2006/relationships/image" Target="/ppt/media/image2.png" Id="R92f1e67877b34d0d" /><Relationship Type="http://schemas.openxmlformats.org/officeDocument/2006/relationships/image" Target="/ppt/media/image2.svg" Id="R6a442b5db2a44e82" /><Relationship Type="http://schemas.openxmlformats.org/officeDocument/2006/relationships/notesSlide" Target="/ppt/notesSlides/notesSlide2.xml" Id="Rf58efb9e2cf341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bdc03b67024ba6" /><Relationship Type="http://schemas.openxmlformats.org/officeDocument/2006/relationships/image" Target="/ppt/media/image3.png" Id="Rbf78b2cb7c50409d" /><Relationship Type="http://schemas.openxmlformats.org/officeDocument/2006/relationships/image" Target="/ppt/media/image3.svg" Id="R37e0a560ac5d4f8e" /><Relationship Type="http://schemas.openxmlformats.org/officeDocument/2006/relationships/notesSlide" Target="/ppt/notesSlides/notesSlide3.xml" Id="Ra777703c48a649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1f146071d14976" /><Relationship Type="http://schemas.openxmlformats.org/officeDocument/2006/relationships/image" Target="/ppt/media/image4.png" Id="R2256ebba9cba4af9" /><Relationship Type="http://schemas.openxmlformats.org/officeDocument/2006/relationships/image" Target="/ppt/media/image4.svg" Id="R97e79e3d965b4a1c" /><Relationship Type="http://schemas.openxmlformats.org/officeDocument/2006/relationships/notesSlide" Target="/ppt/notesSlides/notesSlide4.xml" Id="Rff5a80d113254a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c4151da306471e" /><Relationship Type="http://schemas.openxmlformats.org/officeDocument/2006/relationships/image" Target="/ppt/media/image5.png" Id="R59f153771076427b" /><Relationship Type="http://schemas.openxmlformats.org/officeDocument/2006/relationships/image" Target="/ppt/media/image5.svg" Id="Rf89dec4d786d4823" /><Relationship Type="http://schemas.openxmlformats.org/officeDocument/2006/relationships/notesSlide" Target="/ppt/notesSlides/notesSlide5.xml" Id="Rfca31ca0f83f4a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930406bb584b75" /><Relationship Type="http://schemas.openxmlformats.org/officeDocument/2006/relationships/image" Target="/ppt/media/image6.png" Id="R3a0dac54cf8346d0" /><Relationship Type="http://schemas.openxmlformats.org/officeDocument/2006/relationships/image" Target="/ppt/media/image6.svg" Id="Rc1b38537b269470f" /><Relationship Type="http://schemas.openxmlformats.org/officeDocument/2006/relationships/notesSlide" Target="/ppt/notesSlides/notesSlide6.xml" Id="R627d59f7ea1849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48f179f05c475c" /><Relationship Type="http://schemas.openxmlformats.org/officeDocument/2006/relationships/image" Target="/ppt/media/image7.png" Id="Rd13664f195374b51" /><Relationship Type="http://schemas.openxmlformats.org/officeDocument/2006/relationships/image" Target="/ppt/media/image7.svg" Id="Rf63f9005998c4c35" /><Relationship Type="http://schemas.openxmlformats.org/officeDocument/2006/relationships/notesSlide" Target="/ppt/notesSlides/notesSlide7.xml" Id="R764b0080581f40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46d7e8d40c47f5" /><Relationship Type="http://schemas.openxmlformats.org/officeDocument/2006/relationships/image" Target="/ppt/media/image8.png" Id="R8fd45b5a75844571" /><Relationship Type="http://schemas.openxmlformats.org/officeDocument/2006/relationships/image" Target="/ppt/media/image8.svg" Id="R6a5d22e330d24b7c" /><Relationship Type="http://schemas.openxmlformats.org/officeDocument/2006/relationships/notesSlide" Target="/ppt/notesSlides/notesSlide8.xml" Id="R540345674c9b48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5c07e8600e04dcd" /><Relationship Type="http://schemas.openxmlformats.org/officeDocument/2006/relationships/image" Target="/ppt/media/image9.png" Id="Rb12e82c7859640a6" /><Relationship Type="http://schemas.openxmlformats.org/officeDocument/2006/relationships/image" Target="/ppt/media/image9.svg" Id="Rc4207452c42b4ea5" /><Relationship Type="http://schemas.openxmlformats.org/officeDocument/2006/relationships/notesSlide" Target="/ppt/notesSlides/notesSlide9.xml" Id="R94b93a0ff49440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65b8f6eb534209" /><Relationship Type="http://schemas.openxmlformats.org/officeDocument/2006/relationships/image" Target="/ppt/media/image10.png" Id="R34ddc21f15e84697" /><Relationship Type="http://schemas.openxmlformats.org/officeDocument/2006/relationships/image" Target="/ppt/media/image10.svg" Id="R6496b93e69ef4b25" /><Relationship Type="http://schemas.openxmlformats.org/officeDocument/2006/relationships/notesSlide" Target="/ppt/notesSlides/notesSlide10.xml" Id="R65c179dac1e048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c4ffed42b24dc8" /><Relationship Type="http://schemas.openxmlformats.org/officeDocument/2006/relationships/image" Target="/ppt/media/image11.png" Id="R7003269e8e214e3e" /><Relationship Type="http://schemas.openxmlformats.org/officeDocument/2006/relationships/image" Target="/ppt/media/image11.svg" Id="R24c0943e11c846b5" /><Relationship Type="http://schemas.openxmlformats.org/officeDocument/2006/relationships/notesSlide" Target="/ppt/notesSlides/notesSlide11.xml" Id="Rf2abfbfb46a24d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51837bfc424134" /><Relationship Type="http://schemas.openxmlformats.org/officeDocument/2006/relationships/image" Target="/ppt/media/image12.png" Id="Rd6c96e08a4eb448a" /><Relationship Type="http://schemas.openxmlformats.org/officeDocument/2006/relationships/image" Target="/ppt/media/image12.svg" Id="R99c4e3a404684717" /><Relationship Type="http://schemas.openxmlformats.org/officeDocument/2006/relationships/notesSlide" Target="/ppt/notesSlides/notesSlide12.xml" Id="Rc7e2ec97473047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a8ce989f8694ace" /><Relationship Type="http://schemas.openxmlformats.org/officeDocument/2006/relationships/image" Target="/ppt/media/image13.png" Id="Rcf1b0f9a13474067" /><Relationship Type="http://schemas.openxmlformats.org/officeDocument/2006/relationships/image" Target="/ppt/media/image13.svg" Id="Rf925ae8cff714405" /><Relationship Type="http://schemas.openxmlformats.org/officeDocument/2006/relationships/notesSlide" Target="/ppt/notesSlides/notesSlide13.xml" Id="Ra9c1f752430643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78fdbec03545ae" /><Relationship Type="http://schemas.openxmlformats.org/officeDocument/2006/relationships/image" Target="/ppt/media/image14.png" Id="Rd1dd5f8798af46df" /><Relationship Type="http://schemas.openxmlformats.org/officeDocument/2006/relationships/image" Target="/ppt/media/image14.svg" Id="R1d32a76c3d18460f" /><Relationship Type="http://schemas.openxmlformats.org/officeDocument/2006/relationships/notesSlide" Target="/ppt/notesSlides/notesSlide14.xml" Id="R10701055baae48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dc275c55c744071" /><Relationship Type="http://schemas.openxmlformats.org/officeDocument/2006/relationships/image" Target="/ppt/media/image15.png" Id="R1db590f502f64de9" /><Relationship Type="http://schemas.openxmlformats.org/officeDocument/2006/relationships/image" Target="/ppt/media/image15.svg" Id="R9701bee6cc4440f8" /><Relationship Type="http://schemas.openxmlformats.org/officeDocument/2006/relationships/notesSlide" Target="/ppt/notesSlides/notesSlide15.xml" Id="Rec66054f5eae4d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2ca75663f4548d6" /><Relationship Type="http://schemas.openxmlformats.org/officeDocument/2006/relationships/image" Target="/ppt/media/image16.png" Id="R24bf75d26730402c" /><Relationship Type="http://schemas.openxmlformats.org/officeDocument/2006/relationships/image" Target="/ppt/media/image16.svg" Id="R0f2afc0a34b14dbd" /><Relationship Type="http://schemas.openxmlformats.org/officeDocument/2006/relationships/notesSlide" Target="/ppt/notesSlides/notesSlide16.xml" Id="Re1486625665444b9" /></Relationships>
</file>

<file path=ppt/slides/slide1.xml><?xml version="1.0" encoding="utf-8"?>
<p:sld xmlns:p="http://schemas.openxmlformats.org/presentationml/2006/main">
  <p:cSld>
    <p:bg>
      <p:bgPr>
        <a:solidFill xmlns:a="http://schemas.openxmlformats.org/drawingml/2006/main">
          <a:srgbClr val="006DB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1B9A94-71E7-4498-97A1-58A02460229B}"/>
              </a:ext>
            </a:extLst>
          </p:cNvPr>
          <p:cNvSpPr>
            <a:spLocks xmlns:a="http://schemas.openxmlformats.org/drawingml/2006/main" noGrp="1"/>
          </p:cNvSpPr>
          <p:nvPr/>
        </p:nvSpPr>
        <p:spPr>
          <a:xfrm xmlns:a="http://schemas.openxmlformats.org/drawingml/2006/main">
            <a:off x="8401050" y="0"/>
            <a:ext cx="379095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22237D6-A182-404F-813F-A5ED86AB0200}"/>
              </a:ext>
            </a:extLst>
          </p:cNvPr>
          <p:cNvPicPr>
            <a:picLocks xmlns:a="http://schemas.openxmlformats.org/drawingml/2006/main" noChangeAspect="1"/>
          </p:cNvPicPr>
          <p:nvPr/>
        </p:nvPicPr>
        <p:blipFill>
          <a:blip xmlns:r="http://schemas.openxmlformats.org/officeDocument/2006/relationships" xmlns:a="http://schemas.openxmlformats.org/drawingml/2006/main" r:embed="Rc9876c5991734887">
            <a:extLst>
              <a:ext uri="{96DAC541-7B7A-43D3-8B79-37D633B846F1}">
                <asvg:svgBlip xmlns:asvg="http://schemas.microsoft.com/office/drawing/2016/SVG/main" r:embed="Rcd8ad0d424fc41ad"/>
              </a:ext>
            </a:extLst>
          </a:blip>
          <a:stretch xmlns:a="http://schemas.openxmlformats.org/drawingml/2006/main"/>
        </p:blipFill>
        <p:spPr>
          <a:xfrm xmlns:a="http://schemas.openxmlformats.org/drawingml/2006/main">
            <a:off x="8953500" y="590550"/>
            <a:ext cx="2667000" cy="901969"/>
          </a:xfrm>
          <a:prstGeom xmlns:a="http://schemas.openxmlformats.org/drawingml/2006/main" prst="rect">
            <a:avLst/>
          </a:prstGeom>
        </p:spPr>
      </p:pic>
      <p:sp>
        <p:nvSpPr>
          <p:cNvPr id="3" name="PROPUESTA DE ARQUITECTURA">
            <a:extLst xmlns:a="http://schemas.openxmlformats.org/drawingml/2006/main">
              <a:ext uri="{FF2B5EF4-FFF2-40B4-BE49-F238E27FC236}">
                <a16:creationId xmlns:a16="http://schemas.microsoft.com/office/drawing/2014/main" id="{1509218E-A8A3-49A2-9A86-67322DC64779}"/>
              </a:ext>
            </a:extLst>
          </p:cNvPr>
          <p:cNvSpPr>
            <a:spLocks xmlns:a="http://schemas.openxmlformats.org/drawingml/2006/main" noGrp="1"/>
          </p:cNvSpPr>
          <p:nvPr/>
        </p:nvSpPr>
        <p:spPr>
          <a:xfrm xmlns:a="http://schemas.openxmlformats.org/drawingml/2006/main">
            <a:off x="647700" y="6381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FFFFFF"/>
                </a:solidFill>
                <a:latin typeface="Inter"/>
                <a:ea typeface="Inter"/>
                <a:cs typeface="Inter"/>
              </a:defRPr>
            </a:defPPr>
            <a:lvl1pPr>
              <a:defRPr sz="1350" b="1">
                <a:solidFill>
                  <a:srgbClr val="FFFFFF"/>
                </a:solidFill>
                <a:latin typeface="Inter"/>
                <a:ea typeface="Inter"/>
                <a:cs typeface="Inter"/>
              </a:defRPr>
            </a:lvl1pPr>
            <a:lvl2pPr>
              <a:defRPr sz="1350" b="1">
                <a:solidFill>
                  <a:srgbClr val="FFFFFF"/>
                </a:solidFill>
                <a:latin typeface="Inter"/>
                <a:ea typeface="Inter"/>
                <a:cs typeface="Inter"/>
              </a:defRPr>
            </a:lvl2pPr>
            <a:lvl3pPr>
              <a:defRPr sz="1350" b="1">
                <a:solidFill>
                  <a:srgbClr val="FFFFFF"/>
                </a:solidFill>
                <a:latin typeface="Inter"/>
                <a:ea typeface="Inter"/>
                <a:cs typeface="Inter"/>
              </a:defRPr>
            </a:lvl3pPr>
            <a:lvl4pPr>
              <a:defRPr sz="1350" b="1">
                <a:solidFill>
                  <a:srgbClr val="FFFFFF"/>
                </a:solidFill>
                <a:latin typeface="Inter"/>
                <a:ea typeface="Inter"/>
                <a:cs typeface="Inter"/>
              </a:defRPr>
            </a:lvl4pPr>
            <a:lvl5pPr>
              <a:defRPr sz="1350" b="1">
                <a:solidFill>
                  <a:srgbClr val="FFFFFF"/>
                </a:solidFill>
                <a:latin typeface="Inter"/>
                <a:ea typeface="Inter"/>
                <a:cs typeface="Inter"/>
              </a:defRPr>
            </a:lvl5pPr>
            <a:lvl6pPr>
              <a:defRPr sz="1350" b="1">
                <a:solidFill>
                  <a:srgbClr val="FFFFFF"/>
                </a:solidFill>
                <a:latin typeface="Inter"/>
                <a:ea typeface="Inter"/>
                <a:cs typeface="Inter"/>
              </a:defRPr>
            </a:lvl6pPr>
            <a:lvl7pPr>
              <a:defRPr sz="1350" b="1">
                <a:solidFill>
                  <a:srgbClr val="FFFFFF"/>
                </a:solidFill>
                <a:latin typeface="Inter"/>
                <a:ea typeface="Inter"/>
                <a:cs typeface="Inter"/>
              </a:defRPr>
            </a:lvl7pPr>
            <a:lvl8pPr>
              <a:defRPr sz="1350" b="1">
                <a:solidFill>
                  <a:srgbClr val="FFFFFF"/>
                </a:solidFill>
                <a:latin typeface="Inter"/>
                <a:ea typeface="Inter"/>
                <a:cs typeface="Inter"/>
              </a:defRPr>
            </a:lvl8pPr>
            <a:lvl9pPr>
              <a:defRPr sz="1350" b="1">
                <a:solidFill>
                  <a:srgbClr val="FFFFFF"/>
                </a:solidFill>
                <a:latin typeface="Inter"/>
                <a:ea typeface="Inter"/>
                <a:cs typeface="Inter"/>
              </a:defRPr>
            </a:lvl9pPr>
          </a:lstStyle>
          <a:p xmlns:a="http://schemas.openxmlformats.org/drawingml/2006/main">
            <a:pPr>
              <a:defRPr sz="1350" b="1">
                <a:solidFill>
                  <a:srgbClr val="FFFFFF"/>
                </a:solidFill>
                <a:latin typeface="Inter"/>
                <a:ea typeface="Inter"/>
                <a:cs typeface="Inter"/>
              </a:defRPr>
            </a:pPr>
            <a:r>
              <a:rPr sz="1350" b="1">
                <a:solidFill>
                  <a:srgbClr val="FFFFFF"/>
                </a:solidFill>
                <a:latin typeface="Inter"/>
                <a:ea typeface="Inter"/>
                <a:cs typeface="Inter"/>
              </a:rPr>
              <a:t>PROPUESTA DE ARQUITECTURA</a:t>
            </a:r>
          </a:p>
        </p:txBody>
      </p:sp>
      <p:sp>
        <p:nvSpPr>
          <p:cNvPr id="4" name="POS&#10;PLATFORM">
            <a:extLst xmlns:a="http://schemas.openxmlformats.org/drawingml/2006/main">
              <a:ext uri="{FF2B5EF4-FFF2-40B4-BE49-F238E27FC236}">
                <a16:creationId xmlns:a16="http://schemas.microsoft.com/office/drawing/2014/main" id="{6BC0BB3C-8F74-49AB-BC8D-890115C5B54B}"/>
              </a:ext>
            </a:extLst>
          </p:cNvPr>
          <p:cNvSpPr>
            <a:spLocks xmlns:a="http://schemas.openxmlformats.org/drawingml/2006/main" noGrp="1"/>
          </p:cNvSpPr>
          <p:nvPr/>
        </p:nvSpPr>
        <p:spPr>
          <a:xfrm xmlns:a="http://schemas.openxmlformats.org/drawingml/2006/main">
            <a:off x="609600" y="1971675"/>
            <a:ext cx="7524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FFFFFF"/>
                </a:solidFill>
                <a:latin typeface="Inter"/>
                <a:ea typeface="Inter"/>
                <a:cs typeface="Inter"/>
              </a:defRPr>
            </a:defPPr>
            <a:lvl1pPr>
              <a:defRPr sz="6900" b="1">
                <a:solidFill>
                  <a:srgbClr val="FFFFFF"/>
                </a:solidFill>
                <a:latin typeface="Inter"/>
                <a:ea typeface="Inter"/>
                <a:cs typeface="Inter"/>
              </a:defRPr>
            </a:lvl1pPr>
            <a:lvl2pPr>
              <a:defRPr sz="6900" b="1">
                <a:solidFill>
                  <a:srgbClr val="FFFFFF"/>
                </a:solidFill>
                <a:latin typeface="Inter"/>
                <a:ea typeface="Inter"/>
                <a:cs typeface="Inter"/>
              </a:defRPr>
            </a:lvl2pPr>
            <a:lvl3pPr>
              <a:defRPr sz="6900" b="1">
                <a:solidFill>
                  <a:srgbClr val="FFFFFF"/>
                </a:solidFill>
                <a:latin typeface="Inter"/>
                <a:ea typeface="Inter"/>
                <a:cs typeface="Inter"/>
              </a:defRPr>
            </a:lvl3pPr>
            <a:lvl4pPr>
              <a:defRPr sz="6900" b="1">
                <a:solidFill>
                  <a:srgbClr val="FFFFFF"/>
                </a:solidFill>
                <a:latin typeface="Inter"/>
                <a:ea typeface="Inter"/>
                <a:cs typeface="Inter"/>
              </a:defRPr>
            </a:lvl4pPr>
            <a:lvl5pPr>
              <a:defRPr sz="6900" b="1">
                <a:solidFill>
                  <a:srgbClr val="FFFFFF"/>
                </a:solidFill>
                <a:latin typeface="Inter"/>
                <a:ea typeface="Inter"/>
                <a:cs typeface="Inter"/>
              </a:defRPr>
            </a:lvl5pPr>
            <a:lvl6pPr>
              <a:defRPr sz="6900" b="1">
                <a:solidFill>
                  <a:srgbClr val="FFFFFF"/>
                </a:solidFill>
                <a:latin typeface="Inter"/>
                <a:ea typeface="Inter"/>
                <a:cs typeface="Inter"/>
              </a:defRPr>
            </a:lvl6pPr>
            <a:lvl7pPr>
              <a:defRPr sz="6900" b="1">
                <a:solidFill>
                  <a:srgbClr val="FFFFFF"/>
                </a:solidFill>
                <a:latin typeface="Inter"/>
                <a:ea typeface="Inter"/>
                <a:cs typeface="Inter"/>
              </a:defRPr>
            </a:lvl7pPr>
            <a:lvl8pPr>
              <a:defRPr sz="6900" b="1">
                <a:solidFill>
                  <a:srgbClr val="FFFFFF"/>
                </a:solidFill>
                <a:latin typeface="Inter"/>
                <a:ea typeface="Inter"/>
                <a:cs typeface="Inter"/>
              </a:defRPr>
            </a:lvl8pPr>
            <a:lvl9pPr>
              <a:defRPr sz="6900" b="1">
                <a:solidFill>
                  <a:srgbClr val="FFFFFF"/>
                </a:solidFill>
                <a:latin typeface="Inter"/>
                <a:ea typeface="Inter"/>
                <a:cs typeface="Inter"/>
              </a:defRPr>
            </a:lvl9pPr>
          </a:lstStyle>
          <a:p xmlns:a="http://schemas.openxmlformats.org/drawingml/2006/main">
            <a:pPr>
              <a:defRPr sz="6900" b="1">
                <a:solidFill>
                  <a:srgbClr val="FFFFFF"/>
                </a:solidFill>
                <a:latin typeface="Inter"/>
                <a:ea typeface="Inter"/>
                <a:cs typeface="Inter"/>
              </a:defRPr>
            </a:pPr>
            <a:r>
              <a:rPr sz="6900" b="1">
                <a:solidFill>
                  <a:srgbClr val="FFFFFF"/>
                </a:solidFill>
                <a:latin typeface="Inter"/>
                <a:ea typeface="Inter"/>
                <a:cs typeface="Inter"/>
              </a:rPr>
              <a:t>POS</a:t>
            </a:r>
          </a:p>
          <a:p xmlns:a="http://schemas.openxmlformats.org/drawingml/2006/main">
            <a:pPr>
              <a:defRPr sz="6900" b="1">
                <a:solidFill>
                  <a:srgbClr val="FFFFFF"/>
                </a:solidFill>
                <a:latin typeface="Inter"/>
                <a:ea typeface="Inter"/>
                <a:cs typeface="Inter"/>
              </a:defRPr>
            </a:pPr>
            <a:r>
              <a:rPr sz="6900" b="1">
                <a:solidFill>
                  <a:srgbClr val="FFFFFF"/>
                </a:solidFill>
                <a:latin typeface="Inter"/>
                <a:ea typeface="Inter"/>
                <a:cs typeface="Inter"/>
              </a:rPr>
              <a:t>PLATFORM</a:t>
            </a:r>
          </a:p>
        </p:txBody>
      </p:sp>
      <p:sp>
        <p:nvSpPr>
          <p:cNvPr id="5" name="Una base común para&#10;la operación por país">
            <a:extLst xmlns:a="http://schemas.openxmlformats.org/drawingml/2006/main">
              <a:ext uri="{FF2B5EF4-FFF2-40B4-BE49-F238E27FC236}">
                <a16:creationId xmlns:a16="http://schemas.microsoft.com/office/drawing/2014/main" id="{1922FF03-CB33-4EE2-AB03-4A8F95FB992C}"/>
              </a:ext>
            </a:extLst>
          </p:cNvPr>
          <p:cNvSpPr>
            <a:spLocks xmlns:a="http://schemas.openxmlformats.org/drawingml/2006/main" noGrp="1"/>
          </p:cNvSpPr>
          <p:nvPr/>
        </p:nvSpPr>
        <p:spPr>
          <a:xfrm xmlns:a="http://schemas.openxmlformats.org/drawingml/2006/main">
            <a:off x="666750" y="4476750"/>
            <a:ext cx="704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FFFFF"/>
                </a:solidFill>
                <a:latin typeface="Inter"/>
                <a:ea typeface="Inter"/>
                <a:cs typeface="Inter"/>
              </a:defRPr>
            </a:defPPr>
            <a:lvl1pPr>
              <a:defRPr sz="2625" b="0">
                <a:solidFill>
                  <a:srgbClr val="FFFFFF"/>
                </a:solidFill>
                <a:latin typeface="Inter"/>
                <a:ea typeface="Inter"/>
                <a:cs typeface="Inter"/>
              </a:defRPr>
            </a:lvl1pPr>
            <a:lvl2pPr>
              <a:defRPr sz="2625" b="0">
                <a:solidFill>
                  <a:srgbClr val="FFFFFF"/>
                </a:solidFill>
                <a:latin typeface="Inter"/>
                <a:ea typeface="Inter"/>
                <a:cs typeface="Inter"/>
              </a:defRPr>
            </a:lvl2pPr>
            <a:lvl3pPr>
              <a:defRPr sz="2625" b="0">
                <a:solidFill>
                  <a:srgbClr val="FFFFFF"/>
                </a:solidFill>
                <a:latin typeface="Inter"/>
                <a:ea typeface="Inter"/>
                <a:cs typeface="Inter"/>
              </a:defRPr>
            </a:lvl3pPr>
            <a:lvl4pPr>
              <a:defRPr sz="2625" b="0">
                <a:solidFill>
                  <a:srgbClr val="FFFFFF"/>
                </a:solidFill>
                <a:latin typeface="Inter"/>
                <a:ea typeface="Inter"/>
                <a:cs typeface="Inter"/>
              </a:defRPr>
            </a:lvl4pPr>
            <a:lvl5pPr>
              <a:defRPr sz="2625" b="0">
                <a:solidFill>
                  <a:srgbClr val="FFFFFF"/>
                </a:solidFill>
                <a:latin typeface="Inter"/>
                <a:ea typeface="Inter"/>
                <a:cs typeface="Inter"/>
              </a:defRPr>
            </a:lvl5pPr>
            <a:lvl6pPr>
              <a:defRPr sz="2625" b="0">
                <a:solidFill>
                  <a:srgbClr val="FFFFFF"/>
                </a:solidFill>
                <a:latin typeface="Inter"/>
                <a:ea typeface="Inter"/>
                <a:cs typeface="Inter"/>
              </a:defRPr>
            </a:lvl6pPr>
            <a:lvl7pPr>
              <a:defRPr sz="2625" b="0">
                <a:solidFill>
                  <a:srgbClr val="FFFFFF"/>
                </a:solidFill>
                <a:latin typeface="Inter"/>
                <a:ea typeface="Inter"/>
                <a:cs typeface="Inter"/>
              </a:defRPr>
            </a:lvl7pPr>
            <a:lvl8pPr>
              <a:defRPr sz="2625" b="0">
                <a:solidFill>
                  <a:srgbClr val="FFFFFF"/>
                </a:solidFill>
                <a:latin typeface="Inter"/>
                <a:ea typeface="Inter"/>
                <a:cs typeface="Inter"/>
              </a:defRPr>
            </a:lvl8pPr>
            <a:lvl9pPr>
              <a:defRPr sz="2625" b="0">
                <a:solidFill>
                  <a:srgbClr val="FFFFFF"/>
                </a:solidFill>
                <a:latin typeface="Inter"/>
                <a:ea typeface="Inter"/>
                <a:cs typeface="Inter"/>
              </a:defRPr>
            </a:lvl9pPr>
          </a:lstStyle>
          <a:p xmlns:a="http://schemas.openxmlformats.org/drawingml/2006/main">
            <a:pPr>
              <a:defRPr sz="2625" b="0">
                <a:solidFill>
                  <a:srgbClr val="FFFFFF"/>
                </a:solidFill>
                <a:latin typeface="Inter"/>
                <a:ea typeface="Inter"/>
                <a:cs typeface="Inter"/>
              </a:defRPr>
            </a:pPr>
            <a:r>
              <a:rPr sz="2625" b="0">
                <a:solidFill>
                  <a:srgbClr val="FFFFFF"/>
                </a:solidFill>
                <a:latin typeface="Inter"/>
                <a:ea typeface="Inter"/>
                <a:cs typeface="Inter"/>
              </a:rPr>
              <a:t>Una base común para</a:t>
            </a:r>
          </a:p>
          <a:p xmlns:a="http://schemas.openxmlformats.org/drawingml/2006/main">
            <a:pPr>
              <a:defRPr sz="2625" b="0">
                <a:solidFill>
                  <a:srgbClr val="FFFFFF"/>
                </a:solidFill>
                <a:latin typeface="Inter"/>
                <a:ea typeface="Inter"/>
                <a:cs typeface="Inter"/>
              </a:defRPr>
            </a:pPr>
            <a:r>
              <a:rPr sz="2625" b="0">
                <a:solidFill>
                  <a:srgbClr val="FFFFFF"/>
                </a:solidFill>
                <a:latin typeface="Inter"/>
                <a:ea typeface="Inter"/>
                <a:cs typeface="Inter"/>
              </a:rPr>
              <a:t>la operación por país</a:t>
            </a:r>
          </a:p>
        </p:txBody>
      </p:sp>
      <p:sp>
        <p:nvSpPr>
          <p:cNvPr id="6" name="Versión inicial / Octubre 2026">
            <a:extLst xmlns:a="http://schemas.openxmlformats.org/drawingml/2006/main">
              <a:ext uri="{FF2B5EF4-FFF2-40B4-BE49-F238E27FC236}">
                <a16:creationId xmlns:a16="http://schemas.microsoft.com/office/drawing/2014/main" id="{41D2B66B-0105-4A47-A153-F134A9ED2742}"/>
              </a:ext>
            </a:extLst>
          </p:cNvPr>
          <p:cNvSpPr>
            <a:spLocks xmlns:a="http://schemas.openxmlformats.org/drawingml/2006/main" noGrp="1"/>
          </p:cNvSpPr>
          <p:nvPr/>
        </p:nvSpPr>
        <p:spPr>
          <a:xfrm xmlns:a="http://schemas.openxmlformats.org/drawingml/2006/main">
            <a:off x="685800" y="62674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FFFFFF"/>
                </a:solidFill>
                <a:latin typeface="Inter"/>
                <a:ea typeface="Inter"/>
                <a:cs typeface="Inter"/>
              </a:defRPr>
            </a:defPPr>
            <a:lvl1pPr>
              <a:defRPr sz="1275" b="0">
                <a:solidFill>
                  <a:srgbClr val="FFFFFF"/>
                </a:solidFill>
                <a:latin typeface="Inter"/>
                <a:ea typeface="Inter"/>
                <a:cs typeface="Inter"/>
              </a:defRPr>
            </a:lvl1pPr>
            <a:lvl2pPr>
              <a:defRPr sz="1275" b="0">
                <a:solidFill>
                  <a:srgbClr val="FFFFFF"/>
                </a:solidFill>
                <a:latin typeface="Inter"/>
                <a:ea typeface="Inter"/>
                <a:cs typeface="Inter"/>
              </a:defRPr>
            </a:lvl2pPr>
            <a:lvl3pPr>
              <a:defRPr sz="1275" b="0">
                <a:solidFill>
                  <a:srgbClr val="FFFFFF"/>
                </a:solidFill>
                <a:latin typeface="Inter"/>
                <a:ea typeface="Inter"/>
                <a:cs typeface="Inter"/>
              </a:defRPr>
            </a:lvl3pPr>
            <a:lvl4pPr>
              <a:defRPr sz="1275" b="0">
                <a:solidFill>
                  <a:srgbClr val="FFFFFF"/>
                </a:solidFill>
                <a:latin typeface="Inter"/>
                <a:ea typeface="Inter"/>
                <a:cs typeface="Inter"/>
              </a:defRPr>
            </a:lvl4pPr>
            <a:lvl5pPr>
              <a:defRPr sz="1275" b="0">
                <a:solidFill>
                  <a:srgbClr val="FFFFFF"/>
                </a:solidFill>
                <a:latin typeface="Inter"/>
                <a:ea typeface="Inter"/>
                <a:cs typeface="Inter"/>
              </a:defRPr>
            </a:lvl5pPr>
            <a:lvl6pPr>
              <a:defRPr sz="1275" b="0">
                <a:solidFill>
                  <a:srgbClr val="FFFFFF"/>
                </a:solidFill>
                <a:latin typeface="Inter"/>
                <a:ea typeface="Inter"/>
                <a:cs typeface="Inter"/>
              </a:defRPr>
            </a:lvl6pPr>
            <a:lvl7pPr>
              <a:defRPr sz="1275" b="0">
                <a:solidFill>
                  <a:srgbClr val="FFFFFF"/>
                </a:solidFill>
                <a:latin typeface="Inter"/>
                <a:ea typeface="Inter"/>
                <a:cs typeface="Inter"/>
              </a:defRPr>
            </a:lvl7pPr>
            <a:lvl8pPr>
              <a:defRPr sz="1275" b="0">
                <a:solidFill>
                  <a:srgbClr val="FFFFFF"/>
                </a:solidFill>
                <a:latin typeface="Inter"/>
                <a:ea typeface="Inter"/>
                <a:cs typeface="Inter"/>
              </a:defRPr>
            </a:lvl8pPr>
            <a:lvl9pPr>
              <a:defRPr sz="1275" b="0">
                <a:solidFill>
                  <a:srgbClr val="FFFFFF"/>
                </a:solidFill>
                <a:latin typeface="Inter"/>
                <a:ea typeface="Inter"/>
                <a:cs typeface="Inter"/>
              </a:defRPr>
            </a:lvl9pPr>
          </a:lstStyle>
          <a:p xmlns:a="http://schemas.openxmlformats.org/drawingml/2006/main">
            <a:pPr>
              <a:defRPr sz="1275" b="0">
                <a:solidFill>
                  <a:srgbClr val="FFFFFF"/>
                </a:solidFill>
                <a:latin typeface="Inter"/>
                <a:ea typeface="Inter"/>
                <a:cs typeface="Inter"/>
              </a:defRPr>
            </a:pPr>
            <a:r>
              <a:rPr sz="1275" b="0">
                <a:solidFill>
                  <a:srgbClr val="FFFFFF"/>
                </a:solidFill>
                <a:latin typeface="Inter"/>
                <a:ea typeface="Inter"/>
                <a:cs typeface="Inter"/>
              </a:rPr>
              <a:t>Versión inicial / Octubre 2026</a:t>
            </a:r>
          </a:p>
        </p:txBody>
      </p:sp>
      <p:sp>
        <p:nvSpPr>
          <p:cNvPr id="7" name="Chile&#10;Perú&#10;España">
            <a:extLst xmlns:a="http://schemas.openxmlformats.org/drawingml/2006/main">
              <a:ext uri="{FF2B5EF4-FFF2-40B4-BE49-F238E27FC236}">
                <a16:creationId xmlns:a16="http://schemas.microsoft.com/office/drawing/2014/main" id="{EA2B3C05-4116-41BA-B14A-ADB4EA9EC996}"/>
              </a:ext>
            </a:extLst>
          </p:cNvPr>
          <p:cNvSpPr>
            <a:spLocks xmlns:a="http://schemas.openxmlformats.org/drawingml/2006/main" noGrp="1"/>
          </p:cNvSpPr>
          <p:nvPr/>
        </p:nvSpPr>
        <p:spPr>
          <a:xfrm xmlns:a="http://schemas.openxmlformats.org/drawingml/2006/main">
            <a:off x="8953500" y="2600325"/>
            <a:ext cx="285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6DB6"/>
                </a:solidFill>
                <a:latin typeface="Inter"/>
                <a:ea typeface="Inter"/>
                <a:cs typeface="Inter"/>
              </a:defRPr>
            </a:defPPr>
            <a:lvl1pPr>
              <a:defRPr sz="3225" b="1">
                <a:solidFill>
                  <a:srgbClr val="006DB6"/>
                </a:solidFill>
                <a:latin typeface="Inter"/>
                <a:ea typeface="Inter"/>
                <a:cs typeface="Inter"/>
              </a:defRPr>
            </a:lvl1pPr>
            <a:lvl2pPr>
              <a:defRPr sz="3225" b="1">
                <a:solidFill>
                  <a:srgbClr val="006DB6"/>
                </a:solidFill>
                <a:latin typeface="Inter"/>
                <a:ea typeface="Inter"/>
                <a:cs typeface="Inter"/>
              </a:defRPr>
            </a:lvl2pPr>
            <a:lvl3pPr>
              <a:defRPr sz="3225" b="1">
                <a:solidFill>
                  <a:srgbClr val="006DB6"/>
                </a:solidFill>
                <a:latin typeface="Inter"/>
                <a:ea typeface="Inter"/>
                <a:cs typeface="Inter"/>
              </a:defRPr>
            </a:lvl3pPr>
            <a:lvl4pPr>
              <a:defRPr sz="3225" b="1">
                <a:solidFill>
                  <a:srgbClr val="006DB6"/>
                </a:solidFill>
                <a:latin typeface="Inter"/>
                <a:ea typeface="Inter"/>
                <a:cs typeface="Inter"/>
              </a:defRPr>
            </a:lvl4pPr>
            <a:lvl5pPr>
              <a:defRPr sz="3225" b="1">
                <a:solidFill>
                  <a:srgbClr val="006DB6"/>
                </a:solidFill>
                <a:latin typeface="Inter"/>
                <a:ea typeface="Inter"/>
                <a:cs typeface="Inter"/>
              </a:defRPr>
            </a:lvl5pPr>
            <a:lvl6pPr>
              <a:defRPr sz="3225" b="1">
                <a:solidFill>
                  <a:srgbClr val="006DB6"/>
                </a:solidFill>
                <a:latin typeface="Inter"/>
                <a:ea typeface="Inter"/>
                <a:cs typeface="Inter"/>
              </a:defRPr>
            </a:lvl6pPr>
            <a:lvl7pPr>
              <a:defRPr sz="3225" b="1">
                <a:solidFill>
                  <a:srgbClr val="006DB6"/>
                </a:solidFill>
                <a:latin typeface="Inter"/>
                <a:ea typeface="Inter"/>
                <a:cs typeface="Inter"/>
              </a:defRPr>
            </a:lvl7pPr>
            <a:lvl8pPr>
              <a:defRPr sz="3225" b="1">
                <a:solidFill>
                  <a:srgbClr val="006DB6"/>
                </a:solidFill>
                <a:latin typeface="Inter"/>
                <a:ea typeface="Inter"/>
                <a:cs typeface="Inter"/>
              </a:defRPr>
            </a:lvl8pPr>
            <a:lvl9pPr>
              <a:defRPr sz="3225" b="1">
                <a:solidFill>
                  <a:srgbClr val="006DB6"/>
                </a:solidFill>
                <a:latin typeface="Inter"/>
                <a:ea typeface="Inter"/>
                <a:cs typeface="Inter"/>
              </a:defRPr>
            </a:lvl9pPr>
          </a:lstStyle>
          <a:p xmlns:a="http://schemas.openxmlformats.org/drawingml/2006/main">
            <a:pPr>
              <a:defRPr sz="3225" b="1">
                <a:solidFill>
                  <a:srgbClr val="006DB6"/>
                </a:solidFill>
                <a:latin typeface="Inter"/>
                <a:ea typeface="Inter"/>
                <a:cs typeface="Inter"/>
              </a:defRPr>
            </a:pPr>
            <a:r>
              <a:rPr sz="3225" b="1">
                <a:solidFill>
                  <a:srgbClr val="006DB6"/>
                </a:solidFill>
                <a:latin typeface="Inter"/>
                <a:ea typeface="Inter"/>
                <a:cs typeface="Inter"/>
              </a:rPr>
              <a:t>Chile</a:t>
            </a:r>
          </a:p>
          <a:p xmlns:a="http://schemas.openxmlformats.org/drawingml/2006/main">
            <a:pPr>
              <a:defRPr sz="3225" b="1">
                <a:solidFill>
                  <a:srgbClr val="006DB6"/>
                </a:solidFill>
                <a:latin typeface="Inter"/>
                <a:ea typeface="Inter"/>
                <a:cs typeface="Inter"/>
              </a:defRPr>
            </a:pPr>
            <a:r>
              <a:rPr sz="3225" b="1">
                <a:solidFill>
                  <a:srgbClr val="006DB6"/>
                </a:solidFill>
                <a:latin typeface="Inter"/>
                <a:ea typeface="Inter"/>
                <a:cs typeface="Inter"/>
              </a:rPr>
              <a:t>Perú</a:t>
            </a:r>
          </a:p>
          <a:p xmlns:a="http://schemas.openxmlformats.org/drawingml/2006/main">
            <a:pPr>
              <a:defRPr sz="3225" b="1">
                <a:solidFill>
                  <a:srgbClr val="006DB6"/>
                </a:solidFill>
                <a:latin typeface="Inter"/>
                <a:ea typeface="Inter"/>
                <a:cs typeface="Inter"/>
              </a:defRPr>
            </a:pPr>
            <a:r>
              <a:rPr sz="3225" b="1">
                <a:solidFill>
                  <a:srgbClr val="006DB6"/>
                </a:solidFill>
                <a:latin typeface="Inter"/>
                <a:ea typeface="Inter"/>
                <a:cs typeface="Inter"/>
              </a:rPr>
              <a:t>España</a:t>
            </a:r>
          </a:p>
        </p:txBody>
      </p:sp>
      <p:sp>
        <p:nvSpPr>
          <p:cNvPr id="8" name="">
            <a:extLst xmlns:a="http://schemas.openxmlformats.org/drawingml/2006/main">
              <a:ext uri="{FF2B5EF4-FFF2-40B4-BE49-F238E27FC236}">
                <a16:creationId xmlns:a16="http://schemas.microsoft.com/office/drawing/2014/main" id="{EF5BCBC4-352A-4B48-AE9A-39FB69A58384}"/>
              </a:ext>
            </a:extLst>
          </p:cNvPr>
          <p:cNvSpPr>
            <a:spLocks xmlns:a="http://schemas.openxmlformats.org/drawingml/2006/main" noGrp="1"/>
          </p:cNvSpPr>
          <p:nvPr/>
        </p:nvSpPr>
        <p:spPr>
          <a:xfrm xmlns:a="http://schemas.openxmlformats.org/drawingml/2006/main">
            <a:off x="9010650" y="4762500"/>
            <a:ext cx="251460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9" name="Capacidades, contexto,&#10;código y despliegue">
            <a:extLst xmlns:a="http://schemas.openxmlformats.org/drawingml/2006/main">
              <a:ext uri="{FF2B5EF4-FFF2-40B4-BE49-F238E27FC236}">
                <a16:creationId xmlns:a16="http://schemas.microsoft.com/office/drawing/2014/main" id="{E0BF1D80-F6F5-4214-BED9-3A0C9DFE1EC9}"/>
              </a:ext>
            </a:extLst>
          </p:cNvPr>
          <p:cNvSpPr>
            <a:spLocks xmlns:a="http://schemas.openxmlformats.org/drawingml/2006/main" noGrp="1"/>
          </p:cNvSpPr>
          <p:nvPr/>
        </p:nvSpPr>
        <p:spPr>
          <a:xfrm xmlns:a="http://schemas.openxmlformats.org/drawingml/2006/main">
            <a:off x="9010650" y="5133975"/>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36569"/>
                </a:solidFill>
                <a:latin typeface="Inter"/>
                <a:ea typeface="Inter"/>
                <a:cs typeface="Inter"/>
              </a:defRPr>
            </a:defPPr>
            <a:lvl1pPr>
              <a:defRPr sz="1650" b="0">
                <a:solidFill>
                  <a:srgbClr val="636569"/>
                </a:solidFill>
                <a:latin typeface="Inter"/>
                <a:ea typeface="Inter"/>
                <a:cs typeface="Inter"/>
              </a:defRPr>
            </a:lvl1pPr>
            <a:lvl2pPr>
              <a:defRPr sz="1650" b="0">
                <a:solidFill>
                  <a:srgbClr val="636569"/>
                </a:solidFill>
                <a:latin typeface="Inter"/>
                <a:ea typeface="Inter"/>
                <a:cs typeface="Inter"/>
              </a:defRPr>
            </a:lvl2pPr>
            <a:lvl3pPr>
              <a:defRPr sz="1650" b="0">
                <a:solidFill>
                  <a:srgbClr val="636569"/>
                </a:solidFill>
                <a:latin typeface="Inter"/>
                <a:ea typeface="Inter"/>
                <a:cs typeface="Inter"/>
              </a:defRPr>
            </a:lvl3pPr>
            <a:lvl4pPr>
              <a:defRPr sz="1650" b="0">
                <a:solidFill>
                  <a:srgbClr val="636569"/>
                </a:solidFill>
                <a:latin typeface="Inter"/>
                <a:ea typeface="Inter"/>
                <a:cs typeface="Inter"/>
              </a:defRPr>
            </a:lvl4pPr>
            <a:lvl5pPr>
              <a:defRPr sz="1650" b="0">
                <a:solidFill>
                  <a:srgbClr val="636569"/>
                </a:solidFill>
                <a:latin typeface="Inter"/>
                <a:ea typeface="Inter"/>
                <a:cs typeface="Inter"/>
              </a:defRPr>
            </a:lvl5pPr>
            <a:lvl6pPr>
              <a:defRPr sz="1650" b="0">
                <a:solidFill>
                  <a:srgbClr val="636569"/>
                </a:solidFill>
                <a:latin typeface="Inter"/>
                <a:ea typeface="Inter"/>
                <a:cs typeface="Inter"/>
              </a:defRPr>
            </a:lvl6pPr>
            <a:lvl7pPr>
              <a:defRPr sz="1650" b="0">
                <a:solidFill>
                  <a:srgbClr val="636569"/>
                </a:solidFill>
                <a:latin typeface="Inter"/>
                <a:ea typeface="Inter"/>
                <a:cs typeface="Inter"/>
              </a:defRPr>
            </a:lvl7pPr>
            <a:lvl8pPr>
              <a:defRPr sz="1650" b="0">
                <a:solidFill>
                  <a:srgbClr val="636569"/>
                </a:solidFill>
                <a:latin typeface="Inter"/>
                <a:ea typeface="Inter"/>
                <a:cs typeface="Inter"/>
              </a:defRPr>
            </a:lvl8pPr>
            <a:lvl9pPr>
              <a:defRPr sz="1650" b="0">
                <a:solidFill>
                  <a:srgbClr val="636569"/>
                </a:solidFill>
                <a:latin typeface="Inter"/>
                <a:ea typeface="Inter"/>
                <a:cs typeface="Inter"/>
              </a:defRPr>
            </a:lvl9pPr>
          </a:lstStyle>
          <a:p xmlns:a="http://schemas.openxmlformats.org/drawingml/2006/main">
            <a:pPr>
              <a:defRPr sz="1650" b="0">
                <a:solidFill>
                  <a:srgbClr val="636569"/>
                </a:solidFill>
                <a:latin typeface="Inter"/>
                <a:ea typeface="Inter"/>
                <a:cs typeface="Inter"/>
              </a:defRPr>
            </a:pPr>
            <a:r>
              <a:rPr sz="1650" b="0">
                <a:solidFill>
                  <a:srgbClr val="636569"/>
                </a:solidFill>
                <a:latin typeface="Inter"/>
                <a:ea typeface="Inter"/>
                <a:cs typeface="Inter"/>
              </a:rPr>
              <a:t>Capacidades, contexto,</a:t>
            </a:r>
          </a:p>
          <a:p xmlns:a="http://schemas.openxmlformats.org/drawingml/2006/main">
            <a:pPr>
              <a:defRPr sz="1650" b="0">
                <a:solidFill>
                  <a:srgbClr val="636569"/>
                </a:solidFill>
                <a:latin typeface="Inter"/>
                <a:ea typeface="Inter"/>
                <a:cs typeface="Inter"/>
              </a:defRPr>
            </a:pPr>
            <a:r>
              <a:rPr sz="1650" b="0">
                <a:solidFill>
                  <a:srgbClr val="636569"/>
                </a:solidFill>
                <a:latin typeface="Inter"/>
                <a:ea typeface="Inter"/>
                <a:cs typeface="Inter"/>
              </a:rPr>
              <a:t>código y despliegue</a:t>
            </a:r>
          </a:p>
        </p:txBody>
      </p:sp>
    </p:spTree>
    <p:extLst>
      <p:ext uri="{BB962C8B-B14F-4D97-AF65-F5344CB8AC3E}">
        <p14:creationId xmlns:p14="http://schemas.microsoft.com/office/powerpoint/2010/main" val="15104749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44D36A1E-9007-453D-BA42-04AAE9FD3B4C}"/>
              </a:ext>
            </a:extLst>
          </p:cNvPr>
          <p:cNvPicPr>
            <a:picLocks xmlns:a="http://schemas.openxmlformats.org/drawingml/2006/main" noChangeAspect="1"/>
          </p:cNvPicPr>
          <p:nvPr/>
        </p:nvPicPr>
        <p:blipFill>
          <a:blip xmlns:r="http://schemas.openxmlformats.org/officeDocument/2006/relationships" xmlns:a="http://schemas.openxmlformats.org/drawingml/2006/main" r:embed="R92f1e67877b34d0d">
            <a:extLst>
              <a:ext uri="{96DAC541-7B7A-43D3-8B79-37D633B846F1}">
                <asvg:svgBlip xmlns:asvg="http://schemas.microsoft.com/office/drawing/2016/SVG/main" r:embed="R6a442b5db2a44e82"/>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ALCANCE FUNCIONAL">
            <a:extLst xmlns:a="http://schemas.openxmlformats.org/drawingml/2006/main">
              <a:ext uri="{FF2B5EF4-FFF2-40B4-BE49-F238E27FC236}">
                <a16:creationId xmlns:a16="http://schemas.microsoft.com/office/drawing/2014/main" id="{2735DDCB-5191-456E-8197-597475BF513E}"/>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ALCANCE FUNCIONAL</a:t>
            </a:r>
          </a:p>
        </p:txBody>
      </p:sp>
      <p:sp>
        <p:nvSpPr>
          <p:cNvPr id="3" name="Capacidades de negocio resumidas">
            <a:extLst xmlns:a="http://schemas.openxmlformats.org/drawingml/2006/main">
              <a:ext uri="{FF2B5EF4-FFF2-40B4-BE49-F238E27FC236}">
                <a16:creationId xmlns:a16="http://schemas.microsoft.com/office/drawing/2014/main" id="{F4B3B9F9-C30B-4EBB-994C-D1E3A0703434}"/>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Capacidades de negocio resumidas</a:t>
            </a:r>
          </a:p>
        </p:txBody>
      </p:sp>
      <p:sp>
        <p:nvSpPr>
          <p:cNvPr id="4" name="">
            <a:extLst xmlns:a="http://schemas.openxmlformats.org/drawingml/2006/main">
              <a:ext uri="{FF2B5EF4-FFF2-40B4-BE49-F238E27FC236}">
                <a16:creationId xmlns:a16="http://schemas.microsoft.com/office/drawing/2014/main" id="{093BB9CA-B440-4E56-8427-B6D8D1F4C50D}"/>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54AE6097-A916-48DC-913C-4B38EE445150}"/>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2 / 16">
            <a:extLst xmlns:a="http://schemas.openxmlformats.org/drawingml/2006/main">
              <a:ext uri="{FF2B5EF4-FFF2-40B4-BE49-F238E27FC236}">
                <a16:creationId xmlns:a16="http://schemas.microsoft.com/office/drawing/2014/main" id="{6C1C768E-B558-42CB-BF2D-D7C29383E1F0}"/>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02 / 16</a:t>
            </a:r>
          </a:p>
        </p:txBody>
      </p:sp>
      <p:sp>
        <p:nvSpPr>
          <p:cNvPr id="7" name="">
            <a:extLst xmlns:a="http://schemas.openxmlformats.org/drawingml/2006/main">
              <a:ext uri="{FF2B5EF4-FFF2-40B4-BE49-F238E27FC236}">
                <a16:creationId xmlns:a16="http://schemas.microsoft.com/office/drawing/2014/main" id="{901B5E78-2766-4FEE-A7B4-AA7EC9E6B4BE}"/>
              </a:ext>
            </a:extLst>
          </p:cNvPr>
          <p:cNvSpPr>
            <a:spLocks xmlns:a="http://schemas.openxmlformats.org/drawingml/2006/main" noGrp="1"/>
          </p:cNvSpPr>
          <p:nvPr/>
        </p:nvSpPr>
        <p:spPr>
          <a:xfrm xmlns:a="http://schemas.openxmlformats.org/drawingml/2006/main">
            <a:off x="609600" y="2219325"/>
            <a:ext cx="3505200" cy="1657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43853C-D4ED-401F-BB13-77312DC8AC93}"/>
              </a:ext>
            </a:extLst>
          </p:cNvPr>
          <p:cNvSpPr>
            <a:spLocks xmlns:a="http://schemas.openxmlformats.org/drawingml/2006/main" noGrp="1"/>
          </p:cNvSpPr>
          <p:nvPr/>
        </p:nvSpPr>
        <p:spPr>
          <a:xfrm xmlns:a="http://schemas.openxmlformats.org/drawingml/2006/main">
            <a:off x="6096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9" name="Venta y caja">
            <a:extLst xmlns:a="http://schemas.openxmlformats.org/drawingml/2006/main">
              <a:ext uri="{FF2B5EF4-FFF2-40B4-BE49-F238E27FC236}">
                <a16:creationId xmlns:a16="http://schemas.microsoft.com/office/drawing/2014/main" id="{CED7FCE4-C57B-4BDA-90AE-10070B9BCE97}"/>
              </a:ext>
            </a:extLst>
          </p:cNvPr>
          <p:cNvSpPr>
            <a:spLocks xmlns:a="http://schemas.openxmlformats.org/drawingml/2006/main" noGrp="1"/>
          </p:cNvSpPr>
          <p:nvPr/>
        </p:nvSpPr>
        <p:spPr>
          <a:xfrm xmlns:a="http://schemas.openxmlformats.org/drawingml/2006/main">
            <a:off x="742950" y="22860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Venta y caja</a:t>
            </a:r>
          </a:p>
        </p:txBody>
      </p:sp>
      <p:sp>
        <p:nvSpPr>
          <p:cNvPr id="10" name="Venta y cotización&#10;Turnos, arqueos y cierres&#10;Devol">
            <a:extLst xmlns:a="http://schemas.openxmlformats.org/drawingml/2006/main">
              <a:ext uri="{FF2B5EF4-FFF2-40B4-BE49-F238E27FC236}">
                <a16:creationId xmlns:a16="http://schemas.microsoft.com/office/drawing/2014/main" id="{B3B97F55-3210-4402-8415-9ECB04FE346D}"/>
              </a:ext>
            </a:extLst>
          </p:cNvPr>
          <p:cNvSpPr>
            <a:spLocks xmlns:a="http://schemas.openxmlformats.org/drawingml/2006/main" noGrp="1"/>
          </p:cNvSpPr>
          <p:nvPr/>
        </p:nvSpPr>
        <p:spPr>
          <a:xfrm xmlns:a="http://schemas.openxmlformats.org/drawingml/2006/main">
            <a:off x="742950" y="28003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Venta y cotización</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Turnos, arqueos y cierres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Devoluciones y anulaciones</a:t>
            </a:r>
          </a:p>
        </p:txBody>
      </p:sp>
      <p:sp>
        <p:nvSpPr>
          <p:cNvPr id="11" name="">
            <a:extLst xmlns:a="http://schemas.openxmlformats.org/drawingml/2006/main">
              <a:ext uri="{FF2B5EF4-FFF2-40B4-BE49-F238E27FC236}">
                <a16:creationId xmlns:a16="http://schemas.microsoft.com/office/drawing/2014/main" id="{EC69305E-A9C1-4AC2-8256-6673BA38BD3C}"/>
              </a:ext>
            </a:extLst>
          </p:cNvPr>
          <p:cNvSpPr>
            <a:spLocks xmlns:a="http://schemas.openxmlformats.org/drawingml/2006/main" noGrp="1"/>
          </p:cNvSpPr>
          <p:nvPr/>
        </p:nvSpPr>
        <p:spPr>
          <a:xfrm xmlns:a="http://schemas.openxmlformats.org/drawingml/2006/main">
            <a:off x="4343400" y="2219325"/>
            <a:ext cx="3505200" cy="1657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EF9AD8-DC4C-43CA-9F65-EE11D04D95AD}"/>
              </a:ext>
            </a:extLst>
          </p:cNvPr>
          <p:cNvSpPr>
            <a:spLocks xmlns:a="http://schemas.openxmlformats.org/drawingml/2006/main" noGrp="1"/>
          </p:cNvSpPr>
          <p:nvPr/>
        </p:nvSpPr>
        <p:spPr>
          <a:xfrm xmlns:a="http://schemas.openxmlformats.org/drawingml/2006/main">
            <a:off x="43434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3" name="Pagos y cobranzas">
            <a:extLst xmlns:a="http://schemas.openxmlformats.org/drawingml/2006/main">
              <a:ext uri="{FF2B5EF4-FFF2-40B4-BE49-F238E27FC236}">
                <a16:creationId xmlns:a16="http://schemas.microsoft.com/office/drawing/2014/main" id="{961FE8A2-08C7-43E2-9D5A-3E98BCECE546}"/>
              </a:ext>
            </a:extLst>
          </p:cNvPr>
          <p:cNvSpPr>
            <a:spLocks xmlns:a="http://schemas.openxmlformats.org/drawingml/2006/main" noGrp="1"/>
          </p:cNvSpPr>
          <p:nvPr/>
        </p:nvSpPr>
        <p:spPr>
          <a:xfrm xmlns:a="http://schemas.openxmlformats.org/drawingml/2006/main">
            <a:off x="4476750" y="22860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Pagos y cobranzas</a:t>
            </a:r>
          </a:p>
        </p:txBody>
      </p:sp>
      <p:sp>
        <p:nvSpPr>
          <p:cNvPr id="14" name="Medios y estados de pago&#10;Deuda, anticipos y crédit">
            <a:extLst xmlns:a="http://schemas.openxmlformats.org/drawingml/2006/main">
              <a:ext uri="{FF2B5EF4-FFF2-40B4-BE49-F238E27FC236}">
                <a16:creationId xmlns:a16="http://schemas.microsoft.com/office/drawing/2014/main" id="{81EE9BD8-727E-48E2-8B66-61FBF68F6F0B}"/>
              </a:ext>
            </a:extLst>
          </p:cNvPr>
          <p:cNvSpPr>
            <a:spLocks xmlns:a="http://schemas.openxmlformats.org/drawingml/2006/main" noGrp="1"/>
          </p:cNvSpPr>
          <p:nvPr/>
        </p:nvSpPr>
        <p:spPr>
          <a:xfrm xmlns:a="http://schemas.openxmlformats.org/drawingml/2006/main">
            <a:off x="4476750" y="28003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Medios y estados de pago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Deuda, anticipos y crédito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Conciliación y reembolsos</a:t>
            </a:r>
          </a:p>
        </p:txBody>
      </p:sp>
      <p:sp>
        <p:nvSpPr>
          <p:cNvPr id="15" name="">
            <a:extLst xmlns:a="http://schemas.openxmlformats.org/drawingml/2006/main">
              <a:ext uri="{FF2B5EF4-FFF2-40B4-BE49-F238E27FC236}">
                <a16:creationId xmlns:a16="http://schemas.microsoft.com/office/drawing/2014/main" id="{A6061AE2-D59E-4DD4-B9B1-7F28E3A99990}"/>
              </a:ext>
            </a:extLst>
          </p:cNvPr>
          <p:cNvSpPr>
            <a:spLocks xmlns:a="http://schemas.openxmlformats.org/drawingml/2006/main" noGrp="1"/>
          </p:cNvSpPr>
          <p:nvPr/>
        </p:nvSpPr>
        <p:spPr>
          <a:xfrm xmlns:a="http://schemas.openxmlformats.org/drawingml/2006/main">
            <a:off x="8077200" y="2219325"/>
            <a:ext cx="3505200" cy="1657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5B76F7-C1C9-4ABA-9C8C-EE0BC562A5B0}"/>
              </a:ext>
            </a:extLst>
          </p:cNvPr>
          <p:cNvSpPr>
            <a:spLocks xmlns:a="http://schemas.openxmlformats.org/drawingml/2006/main" noGrp="1"/>
          </p:cNvSpPr>
          <p:nvPr/>
        </p:nvSpPr>
        <p:spPr>
          <a:xfrm xmlns:a="http://schemas.openxmlformats.org/drawingml/2006/main">
            <a:off x="80772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7" name="Gestión comercial">
            <a:extLst xmlns:a="http://schemas.openxmlformats.org/drawingml/2006/main">
              <a:ext uri="{FF2B5EF4-FFF2-40B4-BE49-F238E27FC236}">
                <a16:creationId xmlns:a16="http://schemas.microsoft.com/office/drawing/2014/main" id="{E7BFF2AC-CE9C-4D65-BBC2-E838D3E4032B}"/>
              </a:ext>
            </a:extLst>
          </p:cNvPr>
          <p:cNvSpPr>
            <a:spLocks xmlns:a="http://schemas.openxmlformats.org/drawingml/2006/main" noGrp="1"/>
          </p:cNvSpPr>
          <p:nvPr/>
        </p:nvSpPr>
        <p:spPr>
          <a:xfrm xmlns:a="http://schemas.openxmlformats.org/drawingml/2006/main">
            <a:off x="8210550" y="22860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Gestión comercial</a:t>
            </a:r>
          </a:p>
        </p:txBody>
      </p:sp>
      <p:sp>
        <p:nvSpPr>
          <p:cNvPr id="18" name="Catálogo y clientes&#10;Precios y promociones&#10;Condicio">
            <a:extLst xmlns:a="http://schemas.openxmlformats.org/drawingml/2006/main">
              <a:ext uri="{FF2B5EF4-FFF2-40B4-BE49-F238E27FC236}">
                <a16:creationId xmlns:a16="http://schemas.microsoft.com/office/drawing/2014/main" id="{5C28E64F-FB55-408A-852C-C7F077ABD27C}"/>
              </a:ext>
            </a:extLst>
          </p:cNvPr>
          <p:cNvSpPr>
            <a:spLocks xmlns:a="http://schemas.openxmlformats.org/drawingml/2006/main" noGrp="1"/>
          </p:cNvSpPr>
          <p:nvPr/>
        </p:nvSpPr>
        <p:spPr>
          <a:xfrm xmlns:a="http://schemas.openxmlformats.org/drawingml/2006/main">
            <a:off x="8210550" y="28003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Catálogo y clientes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Precios y promociones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Condiciones comerciales</a:t>
            </a:r>
          </a:p>
        </p:txBody>
      </p:sp>
      <p:sp>
        <p:nvSpPr>
          <p:cNvPr id="19" name="">
            <a:extLst xmlns:a="http://schemas.openxmlformats.org/drawingml/2006/main">
              <a:ext uri="{FF2B5EF4-FFF2-40B4-BE49-F238E27FC236}">
                <a16:creationId xmlns:a16="http://schemas.microsoft.com/office/drawing/2014/main" id="{CD8B1AF0-1E07-472D-A0DF-D9DB6C5A6EE0}"/>
              </a:ext>
            </a:extLst>
          </p:cNvPr>
          <p:cNvSpPr>
            <a:spLocks xmlns:a="http://schemas.openxmlformats.org/drawingml/2006/main" noGrp="1"/>
          </p:cNvSpPr>
          <p:nvPr/>
        </p:nvSpPr>
        <p:spPr>
          <a:xfrm xmlns:a="http://schemas.openxmlformats.org/drawingml/2006/main">
            <a:off x="609600" y="4029075"/>
            <a:ext cx="3505200" cy="1657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4951386-BB3A-406C-B45E-C627CC203306}"/>
              </a:ext>
            </a:extLst>
          </p:cNvPr>
          <p:cNvSpPr>
            <a:spLocks xmlns:a="http://schemas.openxmlformats.org/drawingml/2006/main" noGrp="1"/>
          </p:cNvSpPr>
          <p:nvPr/>
        </p:nvSpPr>
        <p:spPr>
          <a:xfrm xmlns:a="http://schemas.openxmlformats.org/drawingml/2006/main">
            <a:off x="609600" y="40290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1" name="Fiscalidad y documentos">
            <a:extLst xmlns:a="http://schemas.openxmlformats.org/drawingml/2006/main">
              <a:ext uri="{FF2B5EF4-FFF2-40B4-BE49-F238E27FC236}">
                <a16:creationId xmlns:a16="http://schemas.microsoft.com/office/drawing/2014/main" id="{8B7AA85A-D224-4C96-81CE-1614A13123F0}"/>
              </a:ext>
            </a:extLst>
          </p:cNvPr>
          <p:cNvSpPr>
            <a:spLocks xmlns:a="http://schemas.openxmlformats.org/drawingml/2006/main" noGrp="1"/>
          </p:cNvSpPr>
          <p:nvPr/>
        </p:nvSpPr>
        <p:spPr>
          <a:xfrm xmlns:a="http://schemas.openxmlformats.org/drawingml/2006/main">
            <a:off x="742950" y="40957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Fiscalidad y documentos</a:t>
            </a:r>
          </a:p>
        </p:txBody>
      </p:sp>
      <p:sp>
        <p:nvSpPr>
          <p:cNvPr id="22" name="Reglas y proveedores por país&#10;Emisión y notas de c">
            <a:extLst xmlns:a="http://schemas.openxmlformats.org/drawingml/2006/main">
              <a:ext uri="{FF2B5EF4-FFF2-40B4-BE49-F238E27FC236}">
                <a16:creationId xmlns:a16="http://schemas.microsoft.com/office/drawing/2014/main" id="{A601FA88-1548-41F7-B442-D3CB0088AEB3}"/>
              </a:ext>
            </a:extLst>
          </p:cNvPr>
          <p:cNvSpPr>
            <a:spLocks xmlns:a="http://schemas.openxmlformats.org/drawingml/2006/main" noGrp="1"/>
          </p:cNvSpPr>
          <p:nvPr/>
        </p:nvSpPr>
        <p:spPr>
          <a:xfrm xmlns:a="http://schemas.openxmlformats.org/drawingml/2006/main">
            <a:off x="742950" y="461010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Reglas y proveedores por país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Emisión y notas de crédito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Impresión y trazabilidad</a:t>
            </a:r>
          </a:p>
        </p:txBody>
      </p:sp>
      <p:sp>
        <p:nvSpPr>
          <p:cNvPr id="23" name="">
            <a:extLst xmlns:a="http://schemas.openxmlformats.org/drawingml/2006/main">
              <a:ext uri="{FF2B5EF4-FFF2-40B4-BE49-F238E27FC236}">
                <a16:creationId xmlns:a16="http://schemas.microsoft.com/office/drawing/2014/main" id="{70F5C461-41FA-45D1-89ED-AFE905C2A207}"/>
              </a:ext>
            </a:extLst>
          </p:cNvPr>
          <p:cNvSpPr>
            <a:spLocks xmlns:a="http://schemas.openxmlformats.org/drawingml/2006/main" noGrp="1"/>
          </p:cNvSpPr>
          <p:nvPr/>
        </p:nvSpPr>
        <p:spPr>
          <a:xfrm xmlns:a="http://schemas.openxmlformats.org/drawingml/2006/main">
            <a:off x="4343400" y="4029075"/>
            <a:ext cx="3505200" cy="1657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8A5DBED-F2D2-49CF-AC77-37F0E1D2D114}"/>
              </a:ext>
            </a:extLst>
          </p:cNvPr>
          <p:cNvSpPr>
            <a:spLocks xmlns:a="http://schemas.openxmlformats.org/drawingml/2006/main" noGrp="1"/>
          </p:cNvSpPr>
          <p:nvPr/>
        </p:nvSpPr>
        <p:spPr>
          <a:xfrm xmlns:a="http://schemas.openxmlformats.org/drawingml/2006/main">
            <a:off x="4343400" y="40290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5" name="Control y operación">
            <a:extLst xmlns:a="http://schemas.openxmlformats.org/drawingml/2006/main">
              <a:ext uri="{FF2B5EF4-FFF2-40B4-BE49-F238E27FC236}">
                <a16:creationId xmlns:a16="http://schemas.microsoft.com/office/drawing/2014/main" id="{57CDFEDB-A2DF-4481-AA58-870E64F63E0B}"/>
              </a:ext>
            </a:extLst>
          </p:cNvPr>
          <p:cNvSpPr>
            <a:spLocks xmlns:a="http://schemas.openxmlformats.org/drawingml/2006/main" noGrp="1"/>
          </p:cNvSpPr>
          <p:nvPr/>
        </p:nvSpPr>
        <p:spPr>
          <a:xfrm xmlns:a="http://schemas.openxmlformats.org/drawingml/2006/main">
            <a:off x="4476750" y="40957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Control y operación</a:t>
            </a:r>
          </a:p>
        </p:txBody>
      </p:sp>
      <p:sp>
        <p:nvSpPr>
          <p:cNvPr id="26" name="Roles y autorizaciones&#10;Configuración de sucursal&#10;R">
            <a:extLst xmlns:a="http://schemas.openxmlformats.org/drawingml/2006/main">
              <a:ext uri="{FF2B5EF4-FFF2-40B4-BE49-F238E27FC236}">
                <a16:creationId xmlns:a16="http://schemas.microsoft.com/office/drawing/2014/main" id="{9F647E55-05C0-42F6-8C07-AF4A880EE4C2}"/>
              </a:ext>
            </a:extLst>
          </p:cNvPr>
          <p:cNvSpPr>
            <a:spLocks xmlns:a="http://schemas.openxmlformats.org/drawingml/2006/main" noGrp="1"/>
          </p:cNvSpPr>
          <p:nvPr/>
        </p:nvSpPr>
        <p:spPr>
          <a:xfrm xmlns:a="http://schemas.openxmlformats.org/drawingml/2006/main">
            <a:off x="4476750" y="461010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Roles y autorizaciones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Configuración de sucursal</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Reportes y auditoría</a:t>
            </a:r>
          </a:p>
        </p:txBody>
      </p:sp>
      <p:sp>
        <p:nvSpPr>
          <p:cNvPr id="27" name="">
            <a:extLst xmlns:a="http://schemas.openxmlformats.org/drawingml/2006/main">
              <a:ext uri="{FF2B5EF4-FFF2-40B4-BE49-F238E27FC236}">
                <a16:creationId xmlns:a16="http://schemas.microsoft.com/office/drawing/2014/main" id="{E282BB6D-5B5A-4151-8603-EC5408B17343}"/>
              </a:ext>
            </a:extLst>
          </p:cNvPr>
          <p:cNvSpPr>
            <a:spLocks xmlns:a="http://schemas.openxmlformats.org/drawingml/2006/main" noGrp="1"/>
          </p:cNvSpPr>
          <p:nvPr/>
        </p:nvSpPr>
        <p:spPr>
          <a:xfrm xmlns:a="http://schemas.openxmlformats.org/drawingml/2006/main">
            <a:off x="8077200" y="4029075"/>
            <a:ext cx="3505200" cy="1657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D0E9260-36DE-4B9A-8963-7560708029F1}"/>
              </a:ext>
            </a:extLst>
          </p:cNvPr>
          <p:cNvSpPr>
            <a:spLocks xmlns:a="http://schemas.openxmlformats.org/drawingml/2006/main" noGrp="1"/>
          </p:cNvSpPr>
          <p:nvPr/>
        </p:nvSpPr>
        <p:spPr>
          <a:xfrm xmlns:a="http://schemas.openxmlformats.org/drawingml/2006/main">
            <a:off x="8077200" y="40290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9" name="Integración corporativa">
            <a:extLst xmlns:a="http://schemas.openxmlformats.org/drawingml/2006/main">
              <a:ext uri="{FF2B5EF4-FFF2-40B4-BE49-F238E27FC236}">
                <a16:creationId xmlns:a16="http://schemas.microsoft.com/office/drawing/2014/main" id="{874B700C-3174-45DB-A291-CC1057600031}"/>
              </a:ext>
            </a:extLst>
          </p:cNvPr>
          <p:cNvSpPr>
            <a:spLocks xmlns:a="http://schemas.openxmlformats.org/drawingml/2006/main" noGrp="1"/>
          </p:cNvSpPr>
          <p:nvPr/>
        </p:nvSpPr>
        <p:spPr>
          <a:xfrm xmlns:a="http://schemas.openxmlformats.org/drawingml/2006/main">
            <a:off x="8210550" y="40957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Integración corporativa</a:t>
            </a:r>
          </a:p>
        </p:txBody>
      </p:sp>
      <p:sp>
        <p:nvSpPr>
          <p:cNvPr id="30" name="Registro y conciliación ERP&#10;Distribución de maestr">
            <a:extLst xmlns:a="http://schemas.openxmlformats.org/drawingml/2006/main">
              <a:ext uri="{FF2B5EF4-FFF2-40B4-BE49-F238E27FC236}">
                <a16:creationId xmlns:a16="http://schemas.microsoft.com/office/drawing/2014/main" id="{9186B4D7-D666-45E3-A03D-C95CB5A331DC}"/>
              </a:ext>
            </a:extLst>
          </p:cNvPr>
          <p:cNvSpPr>
            <a:spLocks xmlns:a="http://schemas.openxmlformats.org/drawingml/2006/main" noGrp="1"/>
          </p:cNvSpPr>
          <p:nvPr/>
        </p:nvSpPr>
        <p:spPr>
          <a:xfrm xmlns:a="http://schemas.openxmlformats.org/drawingml/2006/main">
            <a:off x="8210550" y="461010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Registro y conciliación ERP</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Distribución de maestros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CRM y omnicanal opcionales</a:t>
            </a:r>
          </a:p>
        </p:txBody>
      </p:sp>
      <p:sp>
        <p:nvSpPr>
          <p:cNvPr id="31" name="">
            <a:extLst xmlns:a="http://schemas.openxmlformats.org/drawingml/2006/main">
              <a:ext uri="{FF2B5EF4-FFF2-40B4-BE49-F238E27FC236}">
                <a16:creationId xmlns:a16="http://schemas.microsoft.com/office/drawing/2014/main" id="{7F54593A-1CC6-478F-9E62-39D379C96A68}"/>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32" name="La continuidad, la seguridad y el soporte habilita">
            <a:extLst xmlns:a="http://schemas.openxmlformats.org/drawingml/2006/main">
              <a:ext uri="{FF2B5EF4-FFF2-40B4-BE49-F238E27FC236}">
                <a16:creationId xmlns:a16="http://schemas.microsoft.com/office/drawing/2014/main" id="{F8A67804-0EC7-48A2-8281-A112A41BB4FB}"/>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La continuidad, la seguridad y el soporte habilitan estas capacidades. La autoridad del inventario es externa.</a:t>
            </a:r>
          </a:p>
        </p:txBody>
      </p:sp>
    </p:spTree>
    <p:extLst>
      <p:ext uri="{BB962C8B-B14F-4D97-AF65-F5344CB8AC3E}">
        <p14:creationId xmlns:p14="http://schemas.microsoft.com/office/powerpoint/2010/main" val="7955225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E6153759-C065-4275-B8CC-96A4CBEABA78}"/>
              </a:ext>
            </a:extLst>
          </p:cNvPr>
          <p:cNvPicPr>
            <a:picLocks xmlns:a="http://schemas.openxmlformats.org/drawingml/2006/main" noChangeAspect="1"/>
          </p:cNvPicPr>
          <p:nvPr/>
        </p:nvPicPr>
        <p:blipFill>
          <a:blip xmlns:r="http://schemas.openxmlformats.org/officeDocument/2006/relationships" xmlns:a="http://schemas.openxmlformats.org/drawingml/2006/main" r:embed="Rbf78b2cb7c50409d">
            <a:extLst>
              <a:ext uri="{96DAC541-7B7A-43D3-8B79-37D633B846F1}">
                <asvg:svgBlip xmlns:asvg="http://schemas.microsoft.com/office/drawing/2016/SVG/main" r:embed="R37e0a560ac5d4f8e"/>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C4 / NIVEL 1">
            <a:extLst xmlns:a="http://schemas.openxmlformats.org/drawingml/2006/main">
              <a:ext uri="{FF2B5EF4-FFF2-40B4-BE49-F238E27FC236}">
                <a16:creationId xmlns:a16="http://schemas.microsoft.com/office/drawing/2014/main" id="{914A9573-D8D4-4A49-9C5D-CF55447E4D75}"/>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C4 / NIVEL 1</a:t>
            </a:r>
          </a:p>
        </p:txBody>
      </p:sp>
      <p:sp>
        <p:nvSpPr>
          <p:cNvPr id="3" name="Contexto del sistema">
            <a:extLst xmlns:a="http://schemas.openxmlformats.org/drawingml/2006/main">
              <a:ext uri="{FF2B5EF4-FFF2-40B4-BE49-F238E27FC236}">
                <a16:creationId xmlns:a16="http://schemas.microsoft.com/office/drawing/2014/main" id="{D92F7DD0-7CC8-4DF4-ABC2-C19B78AC95B2}"/>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Contexto del sistema</a:t>
            </a:r>
          </a:p>
        </p:txBody>
      </p:sp>
      <p:sp>
        <p:nvSpPr>
          <p:cNvPr id="4" name="">
            <a:extLst xmlns:a="http://schemas.openxmlformats.org/drawingml/2006/main">
              <a:ext uri="{FF2B5EF4-FFF2-40B4-BE49-F238E27FC236}">
                <a16:creationId xmlns:a16="http://schemas.microsoft.com/office/drawing/2014/main" id="{0FBBD0A7-8D54-416D-B510-717C1A10DF97}"/>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A72D779B-5B4D-4147-93DC-09F7D1D5514A}"/>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3 / 16">
            <a:extLst xmlns:a="http://schemas.openxmlformats.org/drawingml/2006/main">
              <a:ext uri="{FF2B5EF4-FFF2-40B4-BE49-F238E27FC236}">
                <a16:creationId xmlns:a16="http://schemas.microsoft.com/office/drawing/2014/main" id="{5D9FA36C-8D39-4CE9-9157-7EA6BC35FB3F}"/>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03 / 16</a:t>
            </a:r>
          </a:p>
        </p:txBody>
      </p:sp>
      <p:sp>
        <p:nvSpPr>
          <p:cNvPr id="7" name="">
            <a:extLst xmlns:a="http://schemas.openxmlformats.org/drawingml/2006/main">
              <a:ext uri="{FF2B5EF4-FFF2-40B4-BE49-F238E27FC236}">
                <a16:creationId xmlns:a16="http://schemas.microsoft.com/office/drawing/2014/main" id="{749A52A8-6CAF-464E-AA59-FE2F0962AFB2}"/>
              </a:ext>
            </a:extLst>
          </p:cNvPr>
          <p:cNvSpPr>
            <a:spLocks xmlns:a="http://schemas.openxmlformats.org/drawingml/2006/main" noGrp="1"/>
          </p:cNvSpPr>
          <p:nvPr/>
        </p:nvSpPr>
        <p:spPr>
          <a:xfrm xmlns:a="http://schemas.openxmlformats.org/drawingml/2006/main">
            <a:off x="609600" y="3209925"/>
            <a:ext cx="2619375" cy="16192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9D1D8F9-4684-423D-B5AB-8BCE0130FDDA}"/>
              </a:ext>
            </a:extLst>
          </p:cNvPr>
          <p:cNvSpPr>
            <a:spLocks xmlns:a="http://schemas.openxmlformats.org/drawingml/2006/main" noGrp="1"/>
          </p:cNvSpPr>
          <p:nvPr/>
        </p:nvSpPr>
        <p:spPr>
          <a:xfrm xmlns:a="http://schemas.openxmlformats.org/drawingml/2006/main">
            <a:off x="609600" y="3209925"/>
            <a:ext cx="2619375"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9" name="Usuarios del POS">
            <a:extLst xmlns:a="http://schemas.openxmlformats.org/drawingml/2006/main">
              <a:ext uri="{FF2B5EF4-FFF2-40B4-BE49-F238E27FC236}">
                <a16:creationId xmlns:a16="http://schemas.microsoft.com/office/drawing/2014/main" id="{C0DF71D6-B8A9-457A-9417-E2BBC99645DB}"/>
              </a:ext>
            </a:extLst>
          </p:cNvPr>
          <p:cNvSpPr>
            <a:spLocks xmlns:a="http://schemas.openxmlformats.org/drawingml/2006/main" noGrp="1"/>
          </p:cNvSpPr>
          <p:nvPr/>
        </p:nvSpPr>
        <p:spPr>
          <a:xfrm xmlns:a="http://schemas.openxmlformats.org/drawingml/2006/main">
            <a:off x="742950" y="3276600"/>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Usuarios del POS</a:t>
            </a:r>
          </a:p>
        </p:txBody>
      </p:sp>
      <p:sp>
        <p:nvSpPr>
          <p:cNvPr id="10" name="Cajero&#10;Supervisor de sucursal&#10;Operación y soporte">
            <a:extLst xmlns:a="http://schemas.openxmlformats.org/drawingml/2006/main">
              <a:ext uri="{FF2B5EF4-FFF2-40B4-BE49-F238E27FC236}">
                <a16:creationId xmlns:a16="http://schemas.microsoft.com/office/drawing/2014/main" id="{A2BBC3CA-0216-4152-A6DF-81A0D3CB0279}"/>
              </a:ext>
            </a:extLst>
          </p:cNvPr>
          <p:cNvSpPr>
            <a:spLocks xmlns:a="http://schemas.openxmlformats.org/drawingml/2006/main" noGrp="1"/>
          </p:cNvSpPr>
          <p:nvPr/>
        </p:nvSpPr>
        <p:spPr>
          <a:xfrm xmlns:a="http://schemas.openxmlformats.org/drawingml/2006/main">
            <a:off x="742950" y="3790950"/>
            <a:ext cx="23526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Cajero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Supervisor de sucursal</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Operación y soporte</a:t>
            </a:r>
          </a:p>
        </p:txBody>
      </p:sp>
      <p:sp>
        <p:nvSpPr>
          <p:cNvPr id="11" name="">
            <a:extLst xmlns:a="http://schemas.openxmlformats.org/drawingml/2006/main">
              <a:ext uri="{FF2B5EF4-FFF2-40B4-BE49-F238E27FC236}">
                <a16:creationId xmlns:a16="http://schemas.microsoft.com/office/drawing/2014/main" id="{9195640D-A2AD-46A2-82AE-42AFA7D61BCD}"/>
              </a:ext>
            </a:extLst>
          </p:cNvPr>
          <p:cNvSpPr>
            <a:spLocks xmlns:a="http://schemas.openxmlformats.org/drawingml/2006/main" noGrp="1"/>
          </p:cNvSpPr>
          <p:nvPr/>
        </p:nvSpPr>
        <p:spPr>
          <a:xfrm xmlns:a="http://schemas.openxmlformats.org/drawingml/2006/main">
            <a:off x="4419600" y="3209925"/>
            <a:ext cx="3429000" cy="16192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0301C39-5D1C-4543-8E98-9BCC1AEBE21F}"/>
              </a:ext>
            </a:extLst>
          </p:cNvPr>
          <p:cNvSpPr>
            <a:spLocks xmlns:a="http://schemas.openxmlformats.org/drawingml/2006/main" noGrp="1"/>
          </p:cNvSpPr>
          <p:nvPr/>
        </p:nvSpPr>
        <p:spPr>
          <a:xfrm xmlns:a="http://schemas.openxmlformats.org/drawingml/2006/main">
            <a:off x="4419600" y="3209925"/>
            <a:ext cx="34290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3" name="POS Platform">
            <a:extLst xmlns:a="http://schemas.openxmlformats.org/drawingml/2006/main">
              <a:ext uri="{FF2B5EF4-FFF2-40B4-BE49-F238E27FC236}">
                <a16:creationId xmlns:a16="http://schemas.microsoft.com/office/drawing/2014/main" id="{5B081CBB-2873-481A-8F9A-44BF8EDB8AFD}"/>
              </a:ext>
            </a:extLst>
          </p:cNvPr>
          <p:cNvSpPr>
            <a:spLocks xmlns:a="http://schemas.openxmlformats.org/drawingml/2006/main" noGrp="1"/>
          </p:cNvSpPr>
          <p:nvPr/>
        </p:nvSpPr>
        <p:spPr>
          <a:xfrm xmlns:a="http://schemas.openxmlformats.org/drawingml/2006/main">
            <a:off x="4552950" y="3276600"/>
            <a:ext cx="3162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FFFFF"/>
                </a:solidFill>
                <a:latin typeface="Inter"/>
                <a:ea typeface="Inter"/>
                <a:cs typeface="Inter"/>
              </a:defRPr>
            </a:defPPr>
            <a:lvl1pPr>
              <a:defRPr sz="1950" b="1">
                <a:solidFill>
                  <a:srgbClr val="FFFFFF"/>
                </a:solidFill>
                <a:latin typeface="Inter"/>
                <a:ea typeface="Inter"/>
                <a:cs typeface="Inter"/>
              </a:defRPr>
            </a:lvl1pPr>
            <a:lvl2pPr>
              <a:defRPr sz="1950" b="1">
                <a:solidFill>
                  <a:srgbClr val="FFFFFF"/>
                </a:solidFill>
                <a:latin typeface="Inter"/>
                <a:ea typeface="Inter"/>
                <a:cs typeface="Inter"/>
              </a:defRPr>
            </a:lvl2pPr>
            <a:lvl3pPr>
              <a:defRPr sz="1950" b="1">
                <a:solidFill>
                  <a:srgbClr val="FFFFFF"/>
                </a:solidFill>
                <a:latin typeface="Inter"/>
                <a:ea typeface="Inter"/>
                <a:cs typeface="Inter"/>
              </a:defRPr>
            </a:lvl3pPr>
            <a:lvl4pPr>
              <a:defRPr sz="1950" b="1">
                <a:solidFill>
                  <a:srgbClr val="FFFFFF"/>
                </a:solidFill>
                <a:latin typeface="Inter"/>
                <a:ea typeface="Inter"/>
                <a:cs typeface="Inter"/>
              </a:defRPr>
            </a:lvl4pPr>
            <a:lvl5pPr>
              <a:defRPr sz="1950" b="1">
                <a:solidFill>
                  <a:srgbClr val="FFFFFF"/>
                </a:solidFill>
                <a:latin typeface="Inter"/>
                <a:ea typeface="Inter"/>
                <a:cs typeface="Inter"/>
              </a:defRPr>
            </a:lvl5pPr>
            <a:lvl6pPr>
              <a:defRPr sz="1950" b="1">
                <a:solidFill>
                  <a:srgbClr val="FFFFFF"/>
                </a:solidFill>
                <a:latin typeface="Inter"/>
                <a:ea typeface="Inter"/>
                <a:cs typeface="Inter"/>
              </a:defRPr>
            </a:lvl6pPr>
            <a:lvl7pPr>
              <a:defRPr sz="1950" b="1">
                <a:solidFill>
                  <a:srgbClr val="FFFFFF"/>
                </a:solidFill>
                <a:latin typeface="Inter"/>
                <a:ea typeface="Inter"/>
                <a:cs typeface="Inter"/>
              </a:defRPr>
            </a:lvl7pPr>
            <a:lvl8pPr>
              <a:defRPr sz="1950" b="1">
                <a:solidFill>
                  <a:srgbClr val="FFFFFF"/>
                </a:solidFill>
                <a:latin typeface="Inter"/>
                <a:ea typeface="Inter"/>
                <a:cs typeface="Inter"/>
              </a:defRPr>
            </a:lvl8pPr>
            <a:lvl9pPr>
              <a:defRPr sz="1950" b="1">
                <a:solidFill>
                  <a:srgbClr val="FFFFFF"/>
                </a:solidFill>
                <a:latin typeface="Inter"/>
                <a:ea typeface="Inter"/>
                <a:cs typeface="Inter"/>
              </a:defRPr>
            </a:lvl9pPr>
          </a:lstStyle>
          <a:p xmlns:a="http://schemas.openxmlformats.org/drawingml/2006/main">
            <a:pPr>
              <a:defRPr sz="1950" b="1">
                <a:solidFill>
                  <a:srgbClr val="FFFFFF"/>
                </a:solidFill>
                <a:latin typeface="Inter"/>
                <a:ea typeface="Inter"/>
                <a:cs typeface="Inter"/>
              </a:defRPr>
            </a:pPr>
            <a:r>
              <a:rPr sz="1950" b="1">
                <a:solidFill>
                  <a:srgbClr val="FFFFFF"/>
                </a:solidFill>
                <a:latin typeface="Inter"/>
                <a:ea typeface="Inter"/>
                <a:cs typeface="Inter"/>
              </a:rPr>
              <a:t>POS Platform</a:t>
            </a:r>
          </a:p>
        </p:txBody>
      </p:sp>
      <p:sp>
        <p:nvSpPr>
          <p:cNvPr id="14" name="Opera ventas y caja en sucursal.&#10;Coordina la integ">
            <a:extLst xmlns:a="http://schemas.openxmlformats.org/drawingml/2006/main">
              <a:ext uri="{FF2B5EF4-FFF2-40B4-BE49-F238E27FC236}">
                <a16:creationId xmlns:a16="http://schemas.microsoft.com/office/drawing/2014/main" id="{A09B540C-4CDE-43C3-858F-DA77184B2A14}"/>
              </a:ext>
            </a:extLst>
          </p:cNvPr>
          <p:cNvSpPr>
            <a:spLocks xmlns:a="http://schemas.openxmlformats.org/drawingml/2006/main" noGrp="1"/>
          </p:cNvSpPr>
          <p:nvPr/>
        </p:nvSpPr>
        <p:spPr>
          <a:xfrm xmlns:a="http://schemas.openxmlformats.org/drawingml/2006/main">
            <a:off x="4552950" y="3790950"/>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Opera ventas y caja en sucursal.</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Coordina la integración por país.</a:t>
            </a:r>
          </a:p>
        </p:txBody>
      </p:sp>
      <p:sp>
        <p:nvSpPr>
          <p:cNvPr id="15" name="">
            <a:extLst xmlns:a="http://schemas.openxmlformats.org/drawingml/2006/main">
              <a:ext uri="{FF2B5EF4-FFF2-40B4-BE49-F238E27FC236}">
                <a16:creationId xmlns:a16="http://schemas.microsoft.com/office/drawing/2014/main" id="{45027C2E-F892-4E66-AC58-C8BBAF12C70C}"/>
              </a:ext>
            </a:extLst>
          </p:cNvPr>
          <p:cNvSpPr>
            <a:spLocks xmlns:a="http://schemas.openxmlformats.org/drawingml/2006/main" noGrp="1"/>
          </p:cNvSpPr>
          <p:nvPr/>
        </p:nvSpPr>
        <p:spPr>
          <a:xfrm xmlns:a="http://schemas.openxmlformats.org/drawingml/2006/main">
            <a:off x="4419600" y="2124075"/>
            <a:ext cx="3429000" cy="8001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72CC87B-6C1F-4946-A265-BC3430827C7C}"/>
              </a:ext>
            </a:extLst>
          </p:cNvPr>
          <p:cNvSpPr>
            <a:spLocks xmlns:a="http://schemas.openxmlformats.org/drawingml/2006/main" noGrp="1"/>
          </p:cNvSpPr>
          <p:nvPr/>
        </p:nvSpPr>
        <p:spPr>
          <a:xfrm xmlns:a="http://schemas.openxmlformats.org/drawingml/2006/main">
            <a:off x="4419600" y="2124075"/>
            <a:ext cx="34290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7" name="Maestros y precios">
            <a:extLst xmlns:a="http://schemas.openxmlformats.org/drawingml/2006/main">
              <a:ext uri="{FF2B5EF4-FFF2-40B4-BE49-F238E27FC236}">
                <a16:creationId xmlns:a16="http://schemas.microsoft.com/office/drawing/2014/main" id="{0D250B35-3E3D-4BA8-82E7-CFAF71587F4F}"/>
              </a:ext>
            </a:extLst>
          </p:cNvPr>
          <p:cNvSpPr>
            <a:spLocks xmlns:a="http://schemas.openxmlformats.org/drawingml/2006/main" noGrp="1"/>
          </p:cNvSpPr>
          <p:nvPr/>
        </p:nvSpPr>
        <p:spPr>
          <a:xfrm xmlns:a="http://schemas.openxmlformats.org/drawingml/2006/main">
            <a:off x="4552950" y="2190750"/>
            <a:ext cx="3162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Maestros y precios</a:t>
            </a:r>
          </a:p>
        </p:txBody>
      </p:sp>
      <p:sp>
        <p:nvSpPr>
          <p:cNvPr id="18" name="Fuentes corporativas autorizadas">
            <a:extLst xmlns:a="http://schemas.openxmlformats.org/drawingml/2006/main">
              <a:ext uri="{FF2B5EF4-FFF2-40B4-BE49-F238E27FC236}">
                <a16:creationId xmlns:a16="http://schemas.microsoft.com/office/drawing/2014/main" id="{06149CFE-0777-4CD0-95FB-1338959862A6}"/>
              </a:ext>
            </a:extLst>
          </p:cNvPr>
          <p:cNvSpPr>
            <a:spLocks xmlns:a="http://schemas.openxmlformats.org/drawingml/2006/main" noGrp="1"/>
          </p:cNvSpPr>
          <p:nvPr/>
        </p:nvSpPr>
        <p:spPr>
          <a:xfrm xmlns:a="http://schemas.openxmlformats.org/drawingml/2006/main">
            <a:off x="4552950" y="260985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Fuentes corporativas autorizadas</a:t>
            </a:r>
          </a:p>
        </p:txBody>
      </p:sp>
      <p:sp>
        <p:nvSpPr>
          <p:cNvPr id="19" name="">
            <a:extLst xmlns:a="http://schemas.openxmlformats.org/drawingml/2006/main">
              <a:ext uri="{FF2B5EF4-FFF2-40B4-BE49-F238E27FC236}">
                <a16:creationId xmlns:a16="http://schemas.microsoft.com/office/drawing/2014/main" id="{7E8AFEEB-0CAD-4514-8AD2-7FA7BBFC3E25}"/>
              </a:ext>
            </a:extLst>
          </p:cNvPr>
          <p:cNvSpPr>
            <a:spLocks xmlns:a="http://schemas.openxmlformats.org/drawingml/2006/main" noGrp="1"/>
          </p:cNvSpPr>
          <p:nvPr/>
        </p:nvSpPr>
        <p:spPr>
          <a:xfrm xmlns:a="http://schemas.openxmlformats.org/drawingml/2006/main">
            <a:off x="9229725" y="3209925"/>
            <a:ext cx="2352675" cy="16192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BEC3340-EEBF-4B56-A0D1-6BBFF70B7213}"/>
              </a:ext>
            </a:extLst>
          </p:cNvPr>
          <p:cNvSpPr>
            <a:spLocks xmlns:a="http://schemas.openxmlformats.org/drawingml/2006/main" noGrp="1"/>
          </p:cNvSpPr>
          <p:nvPr/>
        </p:nvSpPr>
        <p:spPr>
          <a:xfrm xmlns:a="http://schemas.openxmlformats.org/drawingml/2006/main">
            <a:off x="9229725" y="3209925"/>
            <a:ext cx="2352675"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1" name="ERP del país">
            <a:extLst xmlns:a="http://schemas.openxmlformats.org/drawingml/2006/main">
              <a:ext uri="{FF2B5EF4-FFF2-40B4-BE49-F238E27FC236}">
                <a16:creationId xmlns:a16="http://schemas.microsoft.com/office/drawing/2014/main" id="{C8B26BFB-8B55-411A-AB36-25DB5413EBEB}"/>
              </a:ext>
            </a:extLst>
          </p:cNvPr>
          <p:cNvSpPr>
            <a:spLocks xmlns:a="http://schemas.openxmlformats.org/drawingml/2006/main" noGrp="1"/>
          </p:cNvSpPr>
          <p:nvPr/>
        </p:nvSpPr>
        <p:spPr>
          <a:xfrm xmlns:a="http://schemas.openxmlformats.org/drawingml/2006/main">
            <a:off x="9363075" y="3276600"/>
            <a:ext cx="2085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ERP del país</a:t>
            </a:r>
          </a:p>
        </p:txBody>
      </p:sp>
      <p:sp>
        <p:nvSpPr>
          <p:cNvPr id="22" name="CL: Dynamics AX&#10;PE: sistema custom&#10;ES: Gira">
            <a:extLst xmlns:a="http://schemas.openxmlformats.org/drawingml/2006/main">
              <a:ext uri="{FF2B5EF4-FFF2-40B4-BE49-F238E27FC236}">
                <a16:creationId xmlns:a16="http://schemas.microsoft.com/office/drawing/2014/main" id="{287D4299-ACB2-411B-93A6-654A4DB12468}"/>
              </a:ext>
            </a:extLst>
          </p:cNvPr>
          <p:cNvSpPr>
            <a:spLocks xmlns:a="http://schemas.openxmlformats.org/drawingml/2006/main" noGrp="1"/>
          </p:cNvSpPr>
          <p:nvPr/>
        </p:nvSpPr>
        <p:spPr>
          <a:xfrm xmlns:a="http://schemas.openxmlformats.org/drawingml/2006/main">
            <a:off x="9363075" y="3790950"/>
            <a:ext cx="20859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34383E"/>
                </a:solidFill>
                <a:latin typeface="Inter"/>
                <a:ea typeface="Inter"/>
                <a:cs typeface="Inter"/>
              </a:defRPr>
            </a:defPPr>
            <a:lvl1pPr>
              <a:defRPr sz="1500" b="0">
                <a:solidFill>
                  <a:srgbClr val="34383E"/>
                </a:solidFill>
                <a:latin typeface="Inter"/>
                <a:ea typeface="Inter"/>
                <a:cs typeface="Inter"/>
              </a:defRPr>
            </a:lvl1pPr>
            <a:lvl2pPr>
              <a:defRPr sz="1500" b="0">
                <a:solidFill>
                  <a:srgbClr val="34383E"/>
                </a:solidFill>
                <a:latin typeface="Inter"/>
                <a:ea typeface="Inter"/>
                <a:cs typeface="Inter"/>
              </a:defRPr>
            </a:lvl2pPr>
            <a:lvl3pPr>
              <a:defRPr sz="1500" b="0">
                <a:solidFill>
                  <a:srgbClr val="34383E"/>
                </a:solidFill>
                <a:latin typeface="Inter"/>
                <a:ea typeface="Inter"/>
                <a:cs typeface="Inter"/>
              </a:defRPr>
            </a:lvl3pPr>
            <a:lvl4pPr>
              <a:defRPr sz="1500" b="0">
                <a:solidFill>
                  <a:srgbClr val="34383E"/>
                </a:solidFill>
                <a:latin typeface="Inter"/>
                <a:ea typeface="Inter"/>
                <a:cs typeface="Inter"/>
              </a:defRPr>
            </a:lvl4pPr>
            <a:lvl5pPr>
              <a:defRPr sz="1500" b="0">
                <a:solidFill>
                  <a:srgbClr val="34383E"/>
                </a:solidFill>
                <a:latin typeface="Inter"/>
                <a:ea typeface="Inter"/>
                <a:cs typeface="Inter"/>
              </a:defRPr>
            </a:lvl5pPr>
            <a:lvl6pPr>
              <a:defRPr sz="1500" b="0">
                <a:solidFill>
                  <a:srgbClr val="34383E"/>
                </a:solidFill>
                <a:latin typeface="Inter"/>
                <a:ea typeface="Inter"/>
                <a:cs typeface="Inter"/>
              </a:defRPr>
            </a:lvl6pPr>
            <a:lvl7pPr>
              <a:defRPr sz="1500" b="0">
                <a:solidFill>
                  <a:srgbClr val="34383E"/>
                </a:solidFill>
                <a:latin typeface="Inter"/>
                <a:ea typeface="Inter"/>
                <a:cs typeface="Inter"/>
              </a:defRPr>
            </a:lvl7pPr>
            <a:lvl8pPr>
              <a:defRPr sz="1500" b="0">
                <a:solidFill>
                  <a:srgbClr val="34383E"/>
                </a:solidFill>
                <a:latin typeface="Inter"/>
                <a:ea typeface="Inter"/>
                <a:cs typeface="Inter"/>
              </a:defRPr>
            </a:lvl8pPr>
            <a:lvl9pPr>
              <a:defRPr sz="1500" b="0">
                <a:solidFill>
                  <a:srgbClr val="34383E"/>
                </a:solidFill>
                <a:latin typeface="Inter"/>
                <a:ea typeface="Inter"/>
                <a:cs typeface="Inter"/>
              </a:defRPr>
            </a:lvl9pPr>
          </a:lstStyle>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CL: Dynamics AX</a:t>
            </a:r>
          </a:p>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PE: sistema custom</a:t>
            </a:r>
          </a:p>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ES: Gira</a:t>
            </a:r>
          </a:p>
        </p:txBody>
      </p:sp>
      <p:sp>
        <p:nvSpPr>
          <p:cNvPr id="23" name="">
            <a:extLst xmlns:a="http://schemas.openxmlformats.org/drawingml/2006/main">
              <a:ext uri="{FF2B5EF4-FFF2-40B4-BE49-F238E27FC236}">
                <a16:creationId xmlns:a16="http://schemas.microsoft.com/office/drawing/2014/main" id="{6957348B-DE3D-4B6A-A8A9-9998DD8B5766}"/>
              </a:ext>
            </a:extLst>
          </p:cNvPr>
          <p:cNvSpPr>
            <a:spLocks xmlns:a="http://schemas.openxmlformats.org/drawingml/2006/main" noGrp="1"/>
          </p:cNvSpPr>
          <p:nvPr/>
        </p:nvSpPr>
        <p:spPr>
          <a:xfrm xmlns:a="http://schemas.openxmlformats.org/drawingml/2006/main">
            <a:off x="3476625" y="5210175"/>
            <a:ext cx="3248025" cy="7334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1471EC-0E6A-417D-ADE2-2682CC9514BC}"/>
              </a:ext>
            </a:extLst>
          </p:cNvPr>
          <p:cNvSpPr>
            <a:spLocks xmlns:a="http://schemas.openxmlformats.org/drawingml/2006/main" noGrp="1"/>
          </p:cNvSpPr>
          <p:nvPr/>
        </p:nvSpPr>
        <p:spPr>
          <a:xfrm xmlns:a="http://schemas.openxmlformats.org/drawingml/2006/main">
            <a:off x="3476625" y="5210175"/>
            <a:ext cx="3248025"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5" name="Proveedor de pagos">
            <a:extLst xmlns:a="http://schemas.openxmlformats.org/drawingml/2006/main">
              <a:ext uri="{FF2B5EF4-FFF2-40B4-BE49-F238E27FC236}">
                <a16:creationId xmlns:a16="http://schemas.microsoft.com/office/drawing/2014/main" id="{3D3190E9-6D8E-4612-B65E-684EDE29FA79}"/>
              </a:ext>
            </a:extLst>
          </p:cNvPr>
          <p:cNvSpPr>
            <a:spLocks xmlns:a="http://schemas.openxmlformats.org/drawingml/2006/main" noGrp="1"/>
          </p:cNvSpPr>
          <p:nvPr/>
        </p:nvSpPr>
        <p:spPr>
          <a:xfrm xmlns:a="http://schemas.openxmlformats.org/drawingml/2006/main">
            <a:off x="3609975" y="5276850"/>
            <a:ext cx="2981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Proveedor de pagos</a:t>
            </a:r>
          </a:p>
        </p:txBody>
      </p:sp>
      <p:sp>
        <p:nvSpPr>
          <p:cNvPr id="26" name="Autoriza e informa el pago">
            <a:extLst xmlns:a="http://schemas.openxmlformats.org/drawingml/2006/main">
              <a:ext uri="{FF2B5EF4-FFF2-40B4-BE49-F238E27FC236}">
                <a16:creationId xmlns:a16="http://schemas.microsoft.com/office/drawing/2014/main" id="{699204BD-2C8D-4E8A-9CD6-00617F9606B4}"/>
              </a:ext>
            </a:extLst>
          </p:cNvPr>
          <p:cNvSpPr>
            <a:spLocks xmlns:a="http://schemas.openxmlformats.org/drawingml/2006/main" noGrp="1"/>
          </p:cNvSpPr>
          <p:nvPr/>
        </p:nvSpPr>
        <p:spPr>
          <a:xfrm xmlns:a="http://schemas.openxmlformats.org/drawingml/2006/main">
            <a:off x="3609975" y="5695950"/>
            <a:ext cx="29813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Autoriza e informa el pago</a:t>
            </a:r>
          </a:p>
        </p:txBody>
      </p:sp>
      <p:sp>
        <p:nvSpPr>
          <p:cNvPr id="27" name="">
            <a:extLst xmlns:a="http://schemas.openxmlformats.org/drawingml/2006/main">
              <a:ext uri="{FF2B5EF4-FFF2-40B4-BE49-F238E27FC236}">
                <a16:creationId xmlns:a16="http://schemas.microsoft.com/office/drawing/2014/main" id="{C8F0169D-EA83-4306-86A6-EBAA53D341DD}"/>
              </a:ext>
            </a:extLst>
          </p:cNvPr>
          <p:cNvSpPr>
            <a:spLocks xmlns:a="http://schemas.openxmlformats.org/drawingml/2006/main" noGrp="1"/>
          </p:cNvSpPr>
          <p:nvPr/>
        </p:nvSpPr>
        <p:spPr>
          <a:xfrm xmlns:a="http://schemas.openxmlformats.org/drawingml/2006/main">
            <a:off x="8334375" y="5210175"/>
            <a:ext cx="3248025" cy="7334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6EB7426-67E4-4003-9F22-2B67D3BD03C7}"/>
              </a:ext>
            </a:extLst>
          </p:cNvPr>
          <p:cNvSpPr>
            <a:spLocks xmlns:a="http://schemas.openxmlformats.org/drawingml/2006/main" noGrp="1"/>
          </p:cNvSpPr>
          <p:nvPr/>
        </p:nvSpPr>
        <p:spPr>
          <a:xfrm xmlns:a="http://schemas.openxmlformats.org/drawingml/2006/main">
            <a:off x="8334375" y="5210175"/>
            <a:ext cx="3248025"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9" name="Proveedor fiscal">
            <a:extLst xmlns:a="http://schemas.openxmlformats.org/drawingml/2006/main">
              <a:ext uri="{FF2B5EF4-FFF2-40B4-BE49-F238E27FC236}">
                <a16:creationId xmlns:a16="http://schemas.microsoft.com/office/drawing/2014/main" id="{B228B1F5-0DD7-4C59-BA41-6ACC6F382977}"/>
              </a:ext>
            </a:extLst>
          </p:cNvPr>
          <p:cNvSpPr>
            <a:spLocks xmlns:a="http://schemas.openxmlformats.org/drawingml/2006/main" noGrp="1"/>
          </p:cNvSpPr>
          <p:nvPr/>
        </p:nvSpPr>
        <p:spPr>
          <a:xfrm xmlns:a="http://schemas.openxmlformats.org/drawingml/2006/main">
            <a:off x="8467725" y="5276850"/>
            <a:ext cx="2981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Proveedor fiscal</a:t>
            </a:r>
          </a:p>
        </p:txBody>
      </p:sp>
      <p:sp>
        <p:nvSpPr>
          <p:cNvPr id="30" name="Emite o transmite documentos">
            <a:extLst xmlns:a="http://schemas.openxmlformats.org/drawingml/2006/main">
              <a:ext uri="{FF2B5EF4-FFF2-40B4-BE49-F238E27FC236}">
                <a16:creationId xmlns:a16="http://schemas.microsoft.com/office/drawing/2014/main" id="{453026F9-F15E-4203-9AF8-1FB8C12D7CAE}"/>
              </a:ext>
            </a:extLst>
          </p:cNvPr>
          <p:cNvSpPr>
            <a:spLocks xmlns:a="http://schemas.openxmlformats.org/drawingml/2006/main" noGrp="1"/>
          </p:cNvSpPr>
          <p:nvPr/>
        </p:nvSpPr>
        <p:spPr>
          <a:xfrm xmlns:a="http://schemas.openxmlformats.org/drawingml/2006/main">
            <a:off x="8467725" y="5695950"/>
            <a:ext cx="29813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Emite o transmite documentos</a:t>
            </a:r>
          </a:p>
        </p:txBody>
      </p:sp>
      <p:cxnSp>
        <p:nvCxnSpPr>
          <p:cNvPr id="31" name="">
            <a:extLst xmlns:a="http://schemas.openxmlformats.org/drawingml/2006/main">
              <a:ext uri="{FF2B5EF4-FFF2-40B4-BE49-F238E27FC236}">
                <a16:creationId xmlns:a16="http://schemas.microsoft.com/office/drawing/2014/main" id="{E6E05E09-C75F-4F58-85CB-52C0CCBC7811}"/>
              </a:ext>
            </a:extLst>
          </p:cNvPr>
          <p:cNvCxnSpPr/>
          <p:nvPr/>
        </p:nvCxnSpPr>
        <p:spPr>
          <a:xfrm xmlns:a="http://schemas.openxmlformats.org/drawingml/2006/main">
            <a:off x="3228975" y="4029075"/>
            <a:ext cx="1190625"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32" name="Opera y&#10;supervisa">
            <a:extLst xmlns:a="http://schemas.openxmlformats.org/drawingml/2006/main">
              <a:ext uri="{FF2B5EF4-FFF2-40B4-BE49-F238E27FC236}">
                <a16:creationId xmlns:a16="http://schemas.microsoft.com/office/drawing/2014/main" id="{1CCE49A7-9BFF-4320-80E2-30C0F5D4C5D7}"/>
              </a:ext>
            </a:extLst>
          </p:cNvPr>
          <p:cNvSpPr>
            <a:spLocks xmlns:a="http://schemas.openxmlformats.org/drawingml/2006/main" noGrp="1"/>
          </p:cNvSpPr>
          <p:nvPr/>
        </p:nvSpPr>
        <p:spPr>
          <a:xfrm xmlns:a="http://schemas.openxmlformats.org/drawingml/2006/main">
            <a:off x="3276600" y="3533775"/>
            <a:ext cx="1104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Opera y</a:t>
            </a:r>
          </a:p>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supervisa</a:t>
            </a:r>
          </a:p>
        </p:txBody>
      </p:sp>
      <p:cxnSp>
        <p:nvCxnSpPr>
          <p:cNvPr id="33" name="">
            <a:extLst xmlns:a="http://schemas.openxmlformats.org/drawingml/2006/main">
              <a:ext uri="{FF2B5EF4-FFF2-40B4-BE49-F238E27FC236}">
                <a16:creationId xmlns:a16="http://schemas.microsoft.com/office/drawing/2014/main" id="{1772873A-0344-4DF4-AFF0-1D1B4003B9BE}"/>
              </a:ext>
            </a:extLst>
          </p:cNvPr>
          <p:cNvCxnSpPr/>
          <p:nvPr/>
        </p:nvCxnSpPr>
        <p:spPr>
          <a:xfrm xmlns:a="http://schemas.openxmlformats.org/drawingml/2006/main">
            <a:off x="6134100" y="2924175"/>
            <a:ext cx="0" cy="28575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34" name="Publica datos y reglas">
            <a:extLst xmlns:a="http://schemas.openxmlformats.org/drawingml/2006/main">
              <a:ext uri="{FF2B5EF4-FFF2-40B4-BE49-F238E27FC236}">
                <a16:creationId xmlns:a16="http://schemas.microsoft.com/office/drawing/2014/main" id="{E6F67B3C-5A7B-4206-B8AD-2F8CA6614665}"/>
              </a:ext>
            </a:extLst>
          </p:cNvPr>
          <p:cNvSpPr>
            <a:spLocks xmlns:a="http://schemas.openxmlformats.org/drawingml/2006/main" noGrp="1"/>
          </p:cNvSpPr>
          <p:nvPr/>
        </p:nvSpPr>
        <p:spPr>
          <a:xfrm xmlns:a="http://schemas.openxmlformats.org/drawingml/2006/main">
            <a:off x="6324600" y="2952750"/>
            <a:ext cx="2333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Publica datos y reglas</a:t>
            </a:r>
          </a:p>
        </p:txBody>
      </p:sp>
      <p:cxnSp>
        <p:nvCxnSpPr>
          <p:cNvPr id="35" name="">
            <a:extLst xmlns:a="http://schemas.openxmlformats.org/drawingml/2006/main">
              <a:ext uri="{FF2B5EF4-FFF2-40B4-BE49-F238E27FC236}">
                <a16:creationId xmlns:a16="http://schemas.microsoft.com/office/drawing/2014/main" id="{B67DBDB0-D44A-495F-854A-C477FA2F0172}"/>
              </a:ext>
            </a:extLst>
          </p:cNvPr>
          <p:cNvCxnSpPr/>
          <p:nvPr/>
        </p:nvCxnSpPr>
        <p:spPr>
          <a:xfrm xmlns:a="http://schemas.openxmlformats.org/drawingml/2006/main">
            <a:off x="7848600" y="4029075"/>
            <a:ext cx="1381125"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36" name="Integra y&#10;concilia">
            <a:extLst xmlns:a="http://schemas.openxmlformats.org/drawingml/2006/main">
              <a:ext uri="{FF2B5EF4-FFF2-40B4-BE49-F238E27FC236}">
                <a16:creationId xmlns:a16="http://schemas.microsoft.com/office/drawing/2014/main" id="{2514BFA4-94E9-4960-9B05-1AF0D89D855A}"/>
              </a:ext>
            </a:extLst>
          </p:cNvPr>
          <p:cNvSpPr>
            <a:spLocks xmlns:a="http://schemas.openxmlformats.org/drawingml/2006/main" noGrp="1"/>
          </p:cNvSpPr>
          <p:nvPr/>
        </p:nvSpPr>
        <p:spPr>
          <a:xfrm xmlns:a="http://schemas.openxmlformats.org/drawingml/2006/main">
            <a:off x="7981950" y="3533775"/>
            <a:ext cx="117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Integra y</a:t>
            </a:r>
          </a:p>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concilia</a:t>
            </a:r>
          </a:p>
        </p:txBody>
      </p:sp>
      <p:cxnSp>
        <p:nvCxnSpPr>
          <p:cNvPr id="37" name="">
            <a:extLst xmlns:a="http://schemas.openxmlformats.org/drawingml/2006/main">
              <a:ext uri="{FF2B5EF4-FFF2-40B4-BE49-F238E27FC236}">
                <a16:creationId xmlns:a16="http://schemas.microsoft.com/office/drawing/2014/main" id="{4231D27F-2EAB-42A9-949E-683706052C74}"/>
              </a:ext>
            </a:extLst>
          </p:cNvPr>
          <p:cNvCxnSpPr/>
          <p:nvPr/>
        </p:nvCxnSpPr>
        <p:spPr>
          <a:xfrm xmlns:a="http://schemas.openxmlformats.org/drawingml/2006/main">
            <a:off x="5219700" y="4829175"/>
            <a:ext cx="0" cy="200025"/>
          </a:xfrm>
          <a:prstGeom xmlns:a="http://schemas.openxmlformats.org/drawingml/2006/main" prst="straightConnector1">
            <a:avLst/>
          </a:prstGeom>
          <a:ln xmlns:a="http://schemas.openxmlformats.org/drawingml/2006/main" w="19050">
            <a:solidFill>
              <a:srgbClr val="00937F"/>
            </a:solidFill>
          </a:ln>
        </p:spPr>
      </p:cxnSp>
      <p:cxnSp>
        <p:nvCxnSpPr>
          <p:cNvPr id="38" name="">
            <a:extLst xmlns:a="http://schemas.openxmlformats.org/drawingml/2006/main">
              <a:ext uri="{FF2B5EF4-FFF2-40B4-BE49-F238E27FC236}">
                <a16:creationId xmlns:a16="http://schemas.microsoft.com/office/drawing/2014/main" id="{F1FAD9D3-C10C-4710-B8C9-605CBBA46A2A}"/>
              </a:ext>
            </a:extLst>
          </p:cNvPr>
          <p:cNvCxnSpPr/>
          <p:nvPr/>
        </p:nvCxnSpPr>
        <p:spPr>
          <a:xfrm xmlns:a="http://schemas.openxmlformats.org/drawingml/2006/main">
            <a:off x="5095875" y="5029200"/>
            <a:ext cx="123825" cy="0"/>
          </a:xfrm>
          <a:prstGeom xmlns:a="http://schemas.openxmlformats.org/drawingml/2006/main" prst="straightConnector1">
            <a:avLst/>
          </a:prstGeom>
          <a:ln xmlns:a="http://schemas.openxmlformats.org/drawingml/2006/main" w="19050">
            <a:solidFill>
              <a:srgbClr val="00937F"/>
            </a:solidFill>
          </a:ln>
        </p:spPr>
      </p:cxnSp>
      <p:cxnSp>
        <p:nvCxnSpPr>
          <p:cNvPr id="39" name="">
            <a:extLst xmlns:a="http://schemas.openxmlformats.org/drawingml/2006/main">
              <a:ext uri="{FF2B5EF4-FFF2-40B4-BE49-F238E27FC236}">
                <a16:creationId xmlns:a16="http://schemas.microsoft.com/office/drawing/2014/main" id="{7C336557-0798-49C8-9BA8-C08512782D68}"/>
              </a:ext>
            </a:extLst>
          </p:cNvPr>
          <p:cNvCxnSpPr/>
          <p:nvPr/>
        </p:nvCxnSpPr>
        <p:spPr>
          <a:xfrm xmlns:a="http://schemas.openxmlformats.org/drawingml/2006/main">
            <a:off x="5095875" y="5029200"/>
            <a:ext cx="0" cy="180975"/>
          </a:xfrm>
          <a:prstGeom xmlns:a="http://schemas.openxmlformats.org/drawingml/2006/main" prst="straightConnector1">
            <a:avLst/>
          </a:prstGeom>
          <a:ln xmlns:a="http://schemas.openxmlformats.org/drawingml/2006/main" w="19050">
            <a:solidFill>
              <a:srgbClr val="00937F"/>
            </a:solidFill>
            <a:tailEnd type="triangle" w="sm" len="sm"/>
          </a:ln>
        </p:spPr>
      </p:cxnSp>
      <p:cxnSp>
        <p:nvCxnSpPr>
          <p:cNvPr id="40" name="">
            <a:extLst xmlns:a="http://schemas.openxmlformats.org/drawingml/2006/main">
              <a:ext uri="{FF2B5EF4-FFF2-40B4-BE49-F238E27FC236}">
                <a16:creationId xmlns:a16="http://schemas.microsoft.com/office/drawing/2014/main" id="{A486D315-BE0A-4B71-8CC7-255267603861}"/>
              </a:ext>
            </a:extLst>
          </p:cNvPr>
          <p:cNvCxnSpPr/>
          <p:nvPr/>
        </p:nvCxnSpPr>
        <p:spPr>
          <a:xfrm xmlns:a="http://schemas.openxmlformats.org/drawingml/2006/main">
            <a:off x="7067550" y="4829175"/>
            <a:ext cx="0" cy="200025"/>
          </a:xfrm>
          <a:prstGeom xmlns:a="http://schemas.openxmlformats.org/drawingml/2006/main" prst="straightConnector1">
            <a:avLst/>
          </a:prstGeom>
          <a:ln xmlns:a="http://schemas.openxmlformats.org/drawingml/2006/main" w="19050">
            <a:solidFill>
              <a:srgbClr val="00937F"/>
            </a:solidFill>
          </a:ln>
        </p:spPr>
      </p:cxnSp>
      <p:cxnSp>
        <p:nvCxnSpPr>
          <p:cNvPr id="41" name="">
            <a:extLst xmlns:a="http://schemas.openxmlformats.org/drawingml/2006/main">
              <a:ext uri="{FF2B5EF4-FFF2-40B4-BE49-F238E27FC236}">
                <a16:creationId xmlns:a16="http://schemas.microsoft.com/office/drawing/2014/main" id="{D154B761-DE87-4994-9575-0CDDE369C851}"/>
              </a:ext>
            </a:extLst>
          </p:cNvPr>
          <p:cNvCxnSpPr/>
          <p:nvPr/>
        </p:nvCxnSpPr>
        <p:spPr>
          <a:xfrm xmlns:a="http://schemas.openxmlformats.org/drawingml/2006/main">
            <a:off x="7067550" y="5029200"/>
            <a:ext cx="2886075" cy="0"/>
          </a:xfrm>
          <a:prstGeom xmlns:a="http://schemas.openxmlformats.org/drawingml/2006/main" prst="straightConnector1">
            <a:avLst/>
          </a:prstGeom>
          <a:ln xmlns:a="http://schemas.openxmlformats.org/drawingml/2006/main" w="19050">
            <a:solidFill>
              <a:srgbClr val="00937F"/>
            </a:solidFill>
          </a:ln>
        </p:spPr>
      </p:cxnSp>
      <p:cxnSp>
        <p:nvCxnSpPr>
          <p:cNvPr id="42" name="">
            <a:extLst xmlns:a="http://schemas.openxmlformats.org/drawingml/2006/main">
              <a:ext uri="{FF2B5EF4-FFF2-40B4-BE49-F238E27FC236}">
                <a16:creationId xmlns:a16="http://schemas.microsoft.com/office/drawing/2014/main" id="{F11EE4D0-9217-4485-B3F4-20CEF7230D9C}"/>
              </a:ext>
            </a:extLst>
          </p:cNvPr>
          <p:cNvCxnSpPr/>
          <p:nvPr/>
        </p:nvCxnSpPr>
        <p:spPr>
          <a:xfrm xmlns:a="http://schemas.openxmlformats.org/drawingml/2006/main">
            <a:off x="9953625" y="5029200"/>
            <a:ext cx="0" cy="180975"/>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43" name="Solicita y consulta">
            <a:extLst xmlns:a="http://schemas.openxmlformats.org/drawingml/2006/main">
              <a:ext uri="{FF2B5EF4-FFF2-40B4-BE49-F238E27FC236}">
                <a16:creationId xmlns:a16="http://schemas.microsoft.com/office/drawing/2014/main" id="{8C385277-64F5-41C4-AC42-7F3403828B18}"/>
              </a:ext>
            </a:extLst>
          </p:cNvPr>
          <p:cNvSpPr>
            <a:spLocks xmlns:a="http://schemas.openxmlformats.org/drawingml/2006/main" noGrp="1"/>
          </p:cNvSpPr>
          <p:nvPr/>
        </p:nvSpPr>
        <p:spPr>
          <a:xfrm xmlns:a="http://schemas.openxmlformats.org/drawingml/2006/main">
            <a:off x="3476625" y="49053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Solicita y consulta</a:t>
            </a:r>
          </a:p>
        </p:txBody>
      </p:sp>
      <p:sp>
        <p:nvSpPr>
          <p:cNvPr id="44" name="Solicita emisión">
            <a:extLst xmlns:a="http://schemas.openxmlformats.org/drawingml/2006/main">
              <a:ext uri="{FF2B5EF4-FFF2-40B4-BE49-F238E27FC236}">
                <a16:creationId xmlns:a16="http://schemas.microsoft.com/office/drawing/2014/main" id="{5191FE08-A298-48F7-B1E7-3C528176D668}"/>
              </a:ext>
            </a:extLst>
          </p:cNvPr>
          <p:cNvSpPr>
            <a:spLocks xmlns:a="http://schemas.openxmlformats.org/drawingml/2006/main" noGrp="1"/>
          </p:cNvSpPr>
          <p:nvPr/>
        </p:nvSpPr>
        <p:spPr>
          <a:xfrm xmlns:a="http://schemas.openxmlformats.org/drawingml/2006/main">
            <a:off x="10096500" y="4905375"/>
            <a:ext cx="1571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Solicita emisión</a:t>
            </a:r>
          </a:p>
        </p:txBody>
      </p:sp>
      <p:sp>
        <p:nvSpPr>
          <p:cNvPr id="45" name="">
            <a:extLst xmlns:a="http://schemas.openxmlformats.org/drawingml/2006/main">
              <a:ext uri="{FF2B5EF4-FFF2-40B4-BE49-F238E27FC236}">
                <a16:creationId xmlns:a16="http://schemas.microsoft.com/office/drawing/2014/main" id="{F4494978-D09D-4343-8264-D2B79C3951F7}"/>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46" name="Relaciones lógicas por país. Los contratos, provee">
            <a:extLst xmlns:a="http://schemas.openxmlformats.org/drawingml/2006/main">
              <a:ext uri="{FF2B5EF4-FFF2-40B4-BE49-F238E27FC236}">
                <a16:creationId xmlns:a16="http://schemas.microsoft.com/office/drawing/2014/main" id="{817E6341-79EF-4BA6-B394-3786E3EFBCB8}"/>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Relaciones lógicas por país. Los contratos, proveedores y modalidades requieren homologación.</a:t>
            </a:r>
          </a:p>
        </p:txBody>
      </p:sp>
    </p:spTree>
    <p:extLst>
      <p:ext uri="{BB962C8B-B14F-4D97-AF65-F5344CB8AC3E}">
        <p14:creationId xmlns:p14="http://schemas.microsoft.com/office/powerpoint/2010/main" val="10031044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a:extLst xmlns:a="http://schemas.openxmlformats.org/drawingml/2006/main">
              <a:ext uri="{FF2B5EF4-FFF2-40B4-BE49-F238E27FC236}">
                <a16:creationId xmlns:a16="http://schemas.microsoft.com/office/drawing/2014/main" id="{27350D8B-CEC1-4527-B29B-3686F31E1D27}"/>
              </a:ext>
            </a:extLst>
          </p:cNvPr>
          <p:cNvPicPr>
            <a:picLocks xmlns:a="http://schemas.openxmlformats.org/drawingml/2006/main" noChangeAspect="1"/>
          </p:cNvPicPr>
          <p:nvPr/>
        </p:nvPicPr>
        <p:blipFill>
          <a:blip xmlns:r="http://schemas.openxmlformats.org/officeDocument/2006/relationships" xmlns:a="http://schemas.openxmlformats.org/drawingml/2006/main" r:embed="R2256ebba9cba4af9">
            <a:extLst>
              <a:ext uri="{96DAC541-7B7A-43D3-8B79-37D633B846F1}">
                <asvg:svgBlip xmlns:asvg="http://schemas.microsoft.com/office/drawing/2016/SVG/main" r:embed="R97e79e3d965b4a1c"/>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NX / ORGANIZACIÓN ACORDADA">
            <a:extLst xmlns:a="http://schemas.openxmlformats.org/drawingml/2006/main">
              <a:ext uri="{FF2B5EF4-FFF2-40B4-BE49-F238E27FC236}">
                <a16:creationId xmlns:a16="http://schemas.microsoft.com/office/drawing/2014/main" id="{E6683A98-D272-49C9-97FB-14573FC9EFFC}"/>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NX / ORGANIZACIÓN ACORDADA</a:t>
            </a:r>
          </a:p>
        </p:txBody>
      </p:sp>
      <p:sp>
        <p:nvSpPr>
          <p:cNvPr id="3" name="Estructura objetivo del monorepo">
            <a:extLst xmlns:a="http://schemas.openxmlformats.org/drawingml/2006/main">
              <a:ext uri="{FF2B5EF4-FFF2-40B4-BE49-F238E27FC236}">
                <a16:creationId xmlns:a16="http://schemas.microsoft.com/office/drawing/2014/main" id="{81215721-7C00-4B84-8100-8F1CA9659143}"/>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Estructura objetivo del monorepo</a:t>
            </a:r>
          </a:p>
        </p:txBody>
      </p:sp>
      <p:sp>
        <p:nvSpPr>
          <p:cNvPr id="4" name="">
            <a:extLst xmlns:a="http://schemas.openxmlformats.org/drawingml/2006/main">
              <a:ext uri="{FF2B5EF4-FFF2-40B4-BE49-F238E27FC236}">
                <a16:creationId xmlns:a16="http://schemas.microsoft.com/office/drawing/2014/main" id="{AA0EB4DF-549A-4EA5-9CFA-BD6BA656A08A}"/>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2A62DCEB-F9B1-42BA-BB87-7957A3BB4ADA}"/>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4 / 16">
            <a:extLst xmlns:a="http://schemas.openxmlformats.org/drawingml/2006/main">
              <a:ext uri="{FF2B5EF4-FFF2-40B4-BE49-F238E27FC236}">
                <a16:creationId xmlns:a16="http://schemas.microsoft.com/office/drawing/2014/main" id="{C0B6ABA5-FE72-469A-8C31-254B9DC15465}"/>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04 / 16</a:t>
            </a:r>
          </a:p>
        </p:txBody>
      </p:sp>
      <p:sp>
        <p:nvSpPr>
          <p:cNvPr id="7" name="">
            <a:extLst xmlns:a="http://schemas.openxmlformats.org/drawingml/2006/main">
              <a:ext uri="{FF2B5EF4-FFF2-40B4-BE49-F238E27FC236}">
                <a16:creationId xmlns:a16="http://schemas.microsoft.com/office/drawing/2014/main" id="{3FE53279-1170-45F8-A057-7C5051ED6D63}"/>
              </a:ext>
            </a:extLst>
          </p:cNvPr>
          <p:cNvSpPr>
            <a:spLocks xmlns:a="http://schemas.openxmlformats.org/drawingml/2006/main" noGrp="1"/>
          </p:cNvSpPr>
          <p:nvPr/>
        </p:nvSpPr>
        <p:spPr>
          <a:xfrm xmlns:a="http://schemas.openxmlformats.org/drawingml/2006/main">
            <a:off x="6096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8" name="apps/">
            <a:extLst xmlns:a="http://schemas.openxmlformats.org/drawingml/2006/main">
              <a:ext uri="{FF2B5EF4-FFF2-40B4-BE49-F238E27FC236}">
                <a16:creationId xmlns:a16="http://schemas.microsoft.com/office/drawing/2014/main" id="{7759C7A4-D3FE-4FC7-BFFE-2E516E85C712}"/>
              </a:ext>
            </a:extLst>
          </p:cNvPr>
          <p:cNvSpPr>
            <a:spLocks xmlns:a="http://schemas.openxmlformats.org/drawingml/2006/main" noGrp="1"/>
          </p:cNvSpPr>
          <p:nvPr/>
        </p:nvSpPr>
        <p:spPr>
          <a:xfrm xmlns:a="http://schemas.openxmlformats.org/drawingml/2006/main">
            <a:off x="742950" y="22860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FFFFF"/>
                </a:solidFill>
                <a:latin typeface="Inter"/>
                <a:ea typeface="Inter"/>
                <a:cs typeface="Inter"/>
              </a:defRPr>
            </a:defPPr>
            <a:lvl1pPr>
              <a:defRPr sz="1950" b="1">
                <a:solidFill>
                  <a:srgbClr val="FFFFFF"/>
                </a:solidFill>
                <a:latin typeface="Inter"/>
                <a:ea typeface="Inter"/>
                <a:cs typeface="Inter"/>
              </a:defRPr>
            </a:lvl1pPr>
            <a:lvl2pPr>
              <a:defRPr sz="1950" b="1">
                <a:solidFill>
                  <a:srgbClr val="FFFFFF"/>
                </a:solidFill>
                <a:latin typeface="Inter"/>
                <a:ea typeface="Inter"/>
                <a:cs typeface="Inter"/>
              </a:defRPr>
            </a:lvl2pPr>
            <a:lvl3pPr>
              <a:defRPr sz="1950" b="1">
                <a:solidFill>
                  <a:srgbClr val="FFFFFF"/>
                </a:solidFill>
                <a:latin typeface="Inter"/>
                <a:ea typeface="Inter"/>
                <a:cs typeface="Inter"/>
              </a:defRPr>
            </a:lvl3pPr>
            <a:lvl4pPr>
              <a:defRPr sz="1950" b="1">
                <a:solidFill>
                  <a:srgbClr val="FFFFFF"/>
                </a:solidFill>
                <a:latin typeface="Inter"/>
                <a:ea typeface="Inter"/>
                <a:cs typeface="Inter"/>
              </a:defRPr>
            </a:lvl4pPr>
            <a:lvl5pPr>
              <a:defRPr sz="1950" b="1">
                <a:solidFill>
                  <a:srgbClr val="FFFFFF"/>
                </a:solidFill>
                <a:latin typeface="Inter"/>
                <a:ea typeface="Inter"/>
                <a:cs typeface="Inter"/>
              </a:defRPr>
            </a:lvl5pPr>
            <a:lvl6pPr>
              <a:defRPr sz="1950" b="1">
                <a:solidFill>
                  <a:srgbClr val="FFFFFF"/>
                </a:solidFill>
                <a:latin typeface="Inter"/>
                <a:ea typeface="Inter"/>
                <a:cs typeface="Inter"/>
              </a:defRPr>
            </a:lvl6pPr>
            <a:lvl7pPr>
              <a:defRPr sz="1950" b="1">
                <a:solidFill>
                  <a:srgbClr val="FFFFFF"/>
                </a:solidFill>
                <a:latin typeface="Inter"/>
                <a:ea typeface="Inter"/>
                <a:cs typeface="Inter"/>
              </a:defRPr>
            </a:lvl7pPr>
            <a:lvl8pPr>
              <a:defRPr sz="1950" b="1">
                <a:solidFill>
                  <a:srgbClr val="FFFFFF"/>
                </a:solidFill>
                <a:latin typeface="Inter"/>
                <a:ea typeface="Inter"/>
                <a:cs typeface="Inter"/>
              </a:defRPr>
            </a:lvl8pPr>
            <a:lvl9pPr>
              <a:defRPr sz="1950" b="1">
                <a:solidFill>
                  <a:srgbClr val="FFFFFF"/>
                </a:solidFill>
                <a:latin typeface="Inter"/>
                <a:ea typeface="Inter"/>
                <a:cs typeface="Inter"/>
              </a:defRPr>
            </a:lvl9pPr>
          </a:lstStyle>
          <a:p xmlns:a="http://schemas.openxmlformats.org/drawingml/2006/main">
            <a:pPr>
              <a:defRPr sz="1950" b="1">
                <a:solidFill>
                  <a:srgbClr val="FFFFFF"/>
                </a:solidFill>
                <a:latin typeface="Inter"/>
                <a:ea typeface="Inter"/>
                <a:cs typeface="Inter"/>
              </a:defRPr>
            </a:pPr>
            <a:r>
              <a:rPr sz="1950" b="1">
                <a:solidFill>
                  <a:srgbClr val="FFFFFF"/>
                </a:solidFill>
                <a:latin typeface="Inter"/>
                <a:ea typeface="Inter"/>
                <a:cs typeface="Inter"/>
              </a:rPr>
              <a:t>apps/</a:t>
            </a:r>
          </a:p>
        </p:txBody>
      </p:sp>
      <p:sp>
        <p:nvSpPr>
          <p:cNvPr id="9" name="">
            <a:extLst xmlns:a="http://schemas.openxmlformats.org/drawingml/2006/main">
              <a:ext uri="{FF2B5EF4-FFF2-40B4-BE49-F238E27FC236}">
                <a16:creationId xmlns:a16="http://schemas.microsoft.com/office/drawing/2014/main" id="{74268B2A-5E83-46C9-890B-CF4CCDB82354}"/>
              </a:ext>
            </a:extLst>
          </p:cNvPr>
          <p:cNvSpPr>
            <a:spLocks xmlns:a="http://schemas.openxmlformats.org/drawingml/2006/main" noGrp="1"/>
          </p:cNvSpPr>
          <p:nvPr/>
        </p:nvSpPr>
        <p:spPr>
          <a:xfrm xmlns:a="http://schemas.openxmlformats.org/drawingml/2006/main">
            <a:off x="609600" y="2657475"/>
            <a:ext cx="3505200" cy="32385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14BB45-8442-4734-B43A-B228D949F1FC}"/>
              </a:ext>
            </a:extLst>
          </p:cNvPr>
          <p:cNvSpPr>
            <a:spLocks xmlns:a="http://schemas.openxmlformats.org/drawingml/2006/main" noGrp="1"/>
          </p:cNvSpPr>
          <p:nvPr/>
        </p:nvSpPr>
        <p:spPr>
          <a:xfrm xmlns:a="http://schemas.openxmlformats.org/drawingml/2006/main">
            <a:off x="43434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1" name="libs/backend/">
            <a:extLst xmlns:a="http://schemas.openxmlformats.org/drawingml/2006/main">
              <a:ext uri="{FF2B5EF4-FFF2-40B4-BE49-F238E27FC236}">
                <a16:creationId xmlns:a16="http://schemas.microsoft.com/office/drawing/2014/main" id="{193DF1F3-6F35-4C78-A080-C03451B02CA8}"/>
              </a:ext>
            </a:extLst>
          </p:cNvPr>
          <p:cNvSpPr>
            <a:spLocks xmlns:a="http://schemas.openxmlformats.org/drawingml/2006/main" noGrp="1"/>
          </p:cNvSpPr>
          <p:nvPr/>
        </p:nvSpPr>
        <p:spPr>
          <a:xfrm xmlns:a="http://schemas.openxmlformats.org/drawingml/2006/main">
            <a:off x="4476750" y="22860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FFFFF"/>
                </a:solidFill>
                <a:latin typeface="Inter"/>
                <a:ea typeface="Inter"/>
                <a:cs typeface="Inter"/>
              </a:defRPr>
            </a:defPPr>
            <a:lvl1pPr>
              <a:defRPr sz="1950" b="1">
                <a:solidFill>
                  <a:srgbClr val="FFFFFF"/>
                </a:solidFill>
                <a:latin typeface="Inter"/>
                <a:ea typeface="Inter"/>
                <a:cs typeface="Inter"/>
              </a:defRPr>
            </a:lvl1pPr>
            <a:lvl2pPr>
              <a:defRPr sz="1950" b="1">
                <a:solidFill>
                  <a:srgbClr val="FFFFFF"/>
                </a:solidFill>
                <a:latin typeface="Inter"/>
                <a:ea typeface="Inter"/>
                <a:cs typeface="Inter"/>
              </a:defRPr>
            </a:lvl2pPr>
            <a:lvl3pPr>
              <a:defRPr sz="1950" b="1">
                <a:solidFill>
                  <a:srgbClr val="FFFFFF"/>
                </a:solidFill>
                <a:latin typeface="Inter"/>
                <a:ea typeface="Inter"/>
                <a:cs typeface="Inter"/>
              </a:defRPr>
            </a:lvl3pPr>
            <a:lvl4pPr>
              <a:defRPr sz="1950" b="1">
                <a:solidFill>
                  <a:srgbClr val="FFFFFF"/>
                </a:solidFill>
                <a:latin typeface="Inter"/>
                <a:ea typeface="Inter"/>
                <a:cs typeface="Inter"/>
              </a:defRPr>
            </a:lvl4pPr>
            <a:lvl5pPr>
              <a:defRPr sz="1950" b="1">
                <a:solidFill>
                  <a:srgbClr val="FFFFFF"/>
                </a:solidFill>
                <a:latin typeface="Inter"/>
                <a:ea typeface="Inter"/>
                <a:cs typeface="Inter"/>
              </a:defRPr>
            </a:lvl5pPr>
            <a:lvl6pPr>
              <a:defRPr sz="1950" b="1">
                <a:solidFill>
                  <a:srgbClr val="FFFFFF"/>
                </a:solidFill>
                <a:latin typeface="Inter"/>
                <a:ea typeface="Inter"/>
                <a:cs typeface="Inter"/>
              </a:defRPr>
            </a:lvl6pPr>
            <a:lvl7pPr>
              <a:defRPr sz="1950" b="1">
                <a:solidFill>
                  <a:srgbClr val="FFFFFF"/>
                </a:solidFill>
                <a:latin typeface="Inter"/>
                <a:ea typeface="Inter"/>
                <a:cs typeface="Inter"/>
              </a:defRPr>
            </a:lvl7pPr>
            <a:lvl8pPr>
              <a:defRPr sz="1950" b="1">
                <a:solidFill>
                  <a:srgbClr val="FFFFFF"/>
                </a:solidFill>
                <a:latin typeface="Inter"/>
                <a:ea typeface="Inter"/>
                <a:cs typeface="Inter"/>
              </a:defRPr>
            </a:lvl8pPr>
            <a:lvl9pPr>
              <a:defRPr sz="1950" b="1">
                <a:solidFill>
                  <a:srgbClr val="FFFFFF"/>
                </a:solidFill>
                <a:latin typeface="Inter"/>
                <a:ea typeface="Inter"/>
                <a:cs typeface="Inter"/>
              </a:defRPr>
            </a:lvl9pPr>
          </a:lstStyle>
          <a:p xmlns:a="http://schemas.openxmlformats.org/drawingml/2006/main">
            <a:pPr>
              <a:defRPr sz="1950" b="1">
                <a:solidFill>
                  <a:srgbClr val="FFFFFF"/>
                </a:solidFill>
                <a:latin typeface="Inter"/>
                <a:ea typeface="Inter"/>
                <a:cs typeface="Inter"/>
              </a:defRPr>
            </a:pPr>
            <a:r>
              <a:rPr sz="1950" b="1">
                <a:solidFill>
                  <a:srgbClr val="FFFFFF"/>
                </a:solidFill>
                <a:latin typeface="Inter"/>
                <a:ea typeface="Inter"/>
                <a:cs typeface="Inter"/>
              </a:rPr>
              <a:t>libs/backend/</a:t>
            </a:r>
          </a:p>
        </p:txBody>
      </p:sp>
      <p:sp>
        <p:nvSpPr>
          <p:cNvPr id="12" name="">
            <a:extLst xmlns:a="http://schemas.openxmlformats.org/drawingml/2006/main">
              <a:ext uri="{FF2B5EF4-FFF2-40B4-BE49-F238E27FC236}">
                <a16:creationId xmlns:a16="http://schemas.microsoft.com/office/drawing/2014/main" id="{A9D67910-C7F0-4DD4-A6DF-66B46AB546C9}"/>
              </a:ext>
            </a:extLst>
          </p:cNvPr>
          <p:cNvSpPr>
            <a:spLocks xmlns:a="http://schemas.openxmlformats.org/drawingml/2006/main" noGrp="1"/>
          </p:cNvSpPr>
          <p:nvPr/>
        </p:nvSpPr>
        <p:spPr>
          <a:xfrm xmlns:a="http://schemas.openxmlformats.org/drawingml/2006/main">
            <a:off x="4343400" y="2657475"/>
            <a:ext cx="3505200" cy="32385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CEBE90-D6B8-4C74-A50A-8B27086FB2C6}"/>
              </a:ext>
            </a:extLst>
          </p:cNvPr>
          <p:cNvSpPr>
            <a:spLocks xmlns:a="http://schemas.openxmlformats.org/drawingml/2006/main" noGrp="1"/>
          </p:cNvSpPr>
          <p:nvPr/>
        </p:nvSpPr>
        <p:spPr>
          <a:xfrm xmlns:a="http://schemas.openxmlformats.org/drawingml/2006/main">
            <a:off x="80772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4" name="libs/shared/">
            <a:extLst xmlns:a="http://schemas.openxmlformats.org/drawingml/2006/main">
              <a:ext uri="{FF2B5EF4-FFF2-40B4-BE49-F238E27FC236}">
                <a16:creationId xmlns:a16="http://schemas.microsoft.com/office/drawing/2014/main" id="{A6DF0529-0EB0-4C42-9531-B912F0BEC9BE}"/>
              </a:ext>
            </a:extLst>
          </p:cNvPr>
          <p:cNvSpPr>
            <a:spLocks xmlns:a="http://schemas.openxmlformats.org/drawingml/2006/main" noGrp="1"/>
          </p:cNvSpPr>
          <p:nvPr/>
        </p:nvSpPr>
        <p:spPr>
          <a:xfrm xmlns:a="http://schemas.openxmlformats.org/drawingml/2006/main">
            <a:off x="8210550" y="22860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FFFFF"/>
                </a:solidFill>
                <a:latin typeface="Inter"/>
                <a:ea typeface="Inter"/>
                <a:cs typeface="Inter"/>
              </a:defRPr>
            </a:defPPr>
            <a:lvl1pPr>
              <a:defRPr sz="1950" b="1">
                <a:solidFill>
                  <a:srgbClr val="FFFFFF"/>
                </a:solidFill>
                <a:latin typeface="Inter"/>
                <a:ea typeface="Inter"/>
                <a:cs typeface="Inter"/>
              </a:defRPr>
            </a:lvl1pPr>
            <a:lvl2pPr>
              <a:defRPr sz="1950" b="1">
                <a:solidFill>
                  <a:srgbClr val="FFFFFF"/>
                </a:solidFill>
                <a:latin typeface="Inter"/>
                <a:ea typeface="Inter"/>
                <a:cs typeface="Inter"/>
              </a:defRPr>
            </a:lvl2pPr>
            <a:lvl3pPr>
              <a:defRPr sz="1950" b="1">
                <a:solidFill>
                  <a:srgbClr val="FFFFFF"/>
                </a:solidFill>
                <a:latin typeface="Inter"/>
                <a:ea typeface="Inter"/>
                <a:cs typeface="Inter"/>
              </a:defRPr>
            </a:lvl3pPr>
            <a:lvl4pPr>
              <a:defRPr sz="1950" b="1">
                <a:solidFill>
                  <a:srgbClr val="FFFFFF"/>
                </a:solidFill>
                <a:latin typeface="Inter"/>
                <a:ea typeface="Inter"/>
                <a:cs typeface="Inter"/>
              </a:defRPr>
            </a:lvl4pPr>
            <a:lvl5pPr>
              <a:defRPr sz="1950" b="1">
                <a:solidFill>
                  <a:srgbClr val="FFFFFF"/>
                </a:solidFill>
                <a:latin typeface="Inter"/>
                <a:ea typeface="Inter"/>
                <a:cs typeface="Inter"/>
              </a:defRPr>
            </a:lvl5pPr>
            <a:lvl6pPr>
              <a:defRPr sz="1950" b="1">
                <a:solidFill>
                  <a:srgbClr val="FFFFFF"/>
                </a:solidFill>
                <a:latin typeface="Inter"/>
                <a:ea typeface="Inter"/>
                <a:cs typeface="Inter"/>
              </a:defRPr>
            </a:lvl6pPr>
            <a:lvl7pPr>
              <a:defRPr sz="1950" b="1">
                <a:solidFill>
                  <a:srgbClr val="FFFFFF"/>
                </a:solidFill>
                <a:latin typeface="Inter"/>
                <a:ea typeface="Inter"/>
                <a:cs typeface="Inter"/>
              </a:defRPr>
            </a:lvl7pPr>
            <a:lvl8pPr>
              <a:defRPr sz="1950" b="1">
                <a:solidFill>
                  <a:srgbClr val="FFFFFF"/>
                </a:solidFill>
                <a:latin typeface="Inter"/>
                <a:ea typeface="Inter"/>
                <a:cs typeface="Inter"/>
              </a:defRPr>
            </a:lvl8pPr>
            <a:lvl9pPr>
              <a:defRPr sz="1950" b="1">
                <a:solidFill>
                  <a:srgbClr val="FFFFFF"/>
                </a:solidFill>
                <a:latin typeface="Inter"/>
                <a:ea typeface="Inter"/>
                <a:cs typeface="Inter"/>
              </a:defRPr>
            </a:lvl9pPr>
          </a:lstStyle>
          <a:p xmlns:a="http://schemas.openxmlformats.org/drawingml/2006/main">
            <a:pPr>
              <a:defRPr sz="1950" b="1">
                <a:solidFill>
                  <a:srgbClr val="FFFFFF"/>
                </a:solidFill>
                <a:latin typeface="Inter"/>
                <a:ea typeface="Inter"/>
                <a:cs typeface="Inter"/>
              </a:defRPr>
            </a:pPr>
            <a:r>
              <a:rPr sz="1950" b="1">
                <a:solidFill>
                  <a:srgbClr val="FFFFFF"/>
                </a:solidFill>
                <a:latin typeface="Inter"/>
                <a:ea typeface="Inter"/>
                <a:cs typeface="Inter"/>
              </a:rPr>
              <a:t>libs/shared/</a:t>
            </a:r>
          </a:p>
        </p:txBody>
      </p:sp>
      <p:sp>
        <p:nvSpPr>
          <p:cNvPr id="15" name="">
            <a:extLst xmlns:a="http://schemas.openxmlformats.org/drawingml/2006/main">
              <a:ext uri="{FF2B5EF4-FFF2-40B4-BE49-F238E27FC236}">
                <a16:creationId xmlns:a16="http://schemas.microsoft.com/office/drawing/2014/main" id="{1084EC69-5C07-406C-8F9A-1267C8782943}"/>
              </a:ext>
            </a:extLst>
          </p:cNvPr>
          <p:cNvSpPr>
            <a:spLocks xmlns:a="http://schemas.openxmlformats.org/drawingml/2006/main" noGrp="1"/>
          </p:cNvSpPr>
          <p:nvPr/>
        </p:nvSpPr>
        <p:spPr>
          <a:xfrm xmlns:a="http://schemas.openxmlformats.org/drawingml/2006/main">
            <a:off x="8077200" y="2657475"/>
            <a:ext cx="3505200" cy="32385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pos-desktop/">
            <a:extLst xmlns:a="http://schemas.openxmlformats.org/drawingml/2006/main">
              <a:ext uri="{FF2B5EF4-FFF2-40B4-BE49-F238E27FC236}">
                <a16:creationId xmlns:a16="http://schemas.microsoft.com/office/drawing/2014/main" id="{6D523D95-F1CA-4DB2-AC8A-99F9FD836370}"/>
              </a:ext>
            </a:extLst>
          </p:cNvPr>
          <p:cNvSpPr>
            <a:spLocks xmlns:a="http://schemas.openxmlformats.org/drawingml/2006/main" noGrp="1"/>
          </p:cNvSpPr>
          <p:nvPr/>
        </p:nvSpPr>
        <p:spPr>
          <a:xfrm xmlns:a="http://schemas.openxmlformats.org/drawingml/2006/main">
            <a:off x="742950" y="2733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pos-desktop/</a:t>
            </a:r>
          </a:p>
        </p:txBody>
      </p:sp>
      <p:sp>
        <p:nvSpPr>
          <p:cNvPr id="17" name="Cliente Angular + Tauri">
            <a:extLst xmlns:a="http://schemas.openxmlformats.org/drawingml/2006/main">
              <a:ext uri="{FF2B5EF4-FFF2-40B4-BE49-F238E27FC236}">
                <a16:creationId xmlns:a16="http://schemas.microsoft.com/office/drawing/2014/main" id="{9C0CD0D9-80DF-4D08-B703-160F97F5C775}"/>
              </a:ext>
            </a:extLst>
          </p:cNvPr>
          <p:cNvSpPr>
            <a:spLocks xmlns:a="http://schemas.openxmlformats.org/drawingml/2006/main" noGrp="1"/>
          </p:cNvSpPr>
          <p:nvPr/>
        </p:nvSpPr>
        <p:spPr>
          <a:xfrm xmlns:a="http://schemas.openxmlformats.org/drawingml/2006/main">
            <a:off x="742950" y="2952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Cliente Angular + Tauri</a:t>
            </a:r>
          </a:p>
        </p:txBody>
      </p:sp>
      <p:sp>
        <p:nvSpPr>
          <p:cNvPr id="18" name="pos-mobile/">
            <a:extLst xmlns:a="http://schemas.openxmlformats.org/drawingml/2006/main">
              <a:ext uri="{FF2B5EF4-FFF2-40B4-BE49-F238E27FC236}">
                <a16:creationId xmlns:a16="http://schemas.microsoft.com/office/drawing/2014/main" id="{792DC373-80A1-48C8-986F-A7653A11966C}"/>
              </a:ext>
            </a:extLst>
          </p:cNvPr>
          <p:cNvSpPr>
            <a:spLocks xmlns:a="http://schemas.openxmlformats.org/drawingml/2006/main" noGrp="1"/>
          </p:cNvSpPr>
          <p:nvPr/>
        </p:nvSpPr>
        <p:spPr>
          <a:xfrm xmlns:a="http://schemas.openxmlformats.org/drawingml/2006/main">
            <a:off x="742950" y="3114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pos-mobile/</a:t>
            </a:r>
          </a:p>
        </p:txBody>
      </p:sp>
      <p:sp>
        <p:nvSpPr>
          <p:cNvPr id="19" name="Cliente Angular + Capacitor">
            <a:extLst xmlns:a="http://schemas.openxmlformats.org/drawingml/2006/main">
              <a:ext uri="{FF2B5EF4-FFF2-40B4-BE49-F238E27FC236}">
                <a16:creationId xmlns:a16="http://schemas.microsoft.com/office/drawing/2014/main" id="{338C391D-5F95-418A-9992-B803C9782958}"/>
              </a:ext>
            </a:extLst>
          </p:cNvPr>
          <p:cNvSpPr>
            <a:spLocks xmlns:a="http://schemas.openxmlformats.org/drawingml/2006/main" noGrp="1"/>
          </p:cNvSpPr>
          <p:nvPr/>
        </p:nvSpPr>
        <p:spPr>
          <a:xfrm xmlns:a="http://schemas.openxmlformats.org/drawingml/2006/main">
            <a:off x="742950" y="3333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Cliente Angular + Capacitor</a:t>
            </a:r>
          </a:p>
        </p:txBody>
      </p:sp>
      <p:sp>
        <p:nvSpPr>
          <p:cNvPr id="20" name="branch-api/">
            <a:extLst xmlns:a="http://schemas.openxmlformats.org/drawingml/2006/main">
              <a:ext uri="{FF2B5EF4-FFF2-40B4-BE49-F238E27FC236}">
                <a16:creationId xmlns:a16="http://schemas.microsoft.com/office/drawing/2014/main" id="{1CE8430C-87B1-4592-A1A5-E0418CBE8AD8}"/>
              </a:ext>
            </a:extLst>
          </p:cNvPr>
          <p:cNvSpPr>
            <a:spLocks xmlns:a="http://schemas.openxmlformats.org/drawingml/2006/main" noGrp="1"/>
          </p:cNvSpPr>
          <p:nvPr/>
        </p:nvSpPr>
        <p:spPr>
          <a:xfrm xmlns:a="http://schemas.openxmlformats.org/drawingml/2006/main">
            <a:off x="742950" y="3495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branch-api/</a:t>
            </a:r>
          </a:p>
        </p:txBody>
      </p:sp>
      <p:sp>
        <p:nvSpPr>
          <p:cNvPr id="21" name="API y negocio de sucursal">
            <a:extLst xmlns:a="http://schemas.openxmlformats.org/drawingml/2006/main">
              <a:ext uri="{FF2B5EF4-FFF2-40B4-BE49-F238E27FC236}">
                <a16:creationId xmlns:a16="http://schemas.microsoft.com/office/drawing/2014/main" id="{3BA0C6B9-3A9E-460F-986A-DA317858FAF2}"/>
              </a:ext>
            </a:extLst>
          </p:cNvPr>
          <p:cNvSpPr>
            <a:spLocks xmlns:a="http://schemas.openxmlformats.org/drawingml/2006/main" noGrp="1"/>
          </p:cNvSpPr>
          <p:nvPr/>
        </p:nvSpPr>
        <p:spPr>
          <a:xfrm xmlns:a="http://schemas.openxmlformats.org/drawingml/2006/main">
            <a:off x="742950" y="3714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API y negocio de sucursal</a:t>
            </a:r>
          </a:p>
        </p:txBody>
      </p:sp>
      <p:sp>
        <p:nvSpPr>
          <p:cNvPr id="22" name="branch-sync-worker/">
            <a:extLst xmlns:a="http://schemas.openxmlformats.org/drawingml/2006/main">
              <a:ext uri="{FF2B5EF4-FFF2-40B4-BE49-F238E27FC236}">
                <a16:creationId xmlns:a16="http://schemas.microsoft.com/office/drawing/2014/main" id="{D29541CA-95DB-4539-937E-86EEC6298434}"/>
              </a:ext>
            </a:extLst>
          </p:cNvPr>
          <p:cNvSpPr>
            <a:spLocks xmlns:a="http://schemas.openxmlformats.org/drawingml/2006/main" noGrp="1"/>
          </p:cNvSpPr>
          <p:nvPr/>
        </p:nvSpPr>
        <p:spPr>
          <a:xfrm xmlns:a="http://schemas.openxmlformats.org/drawingml/2006/main">
            <a:off x="742950" y="3876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branch-sync-worker/</a:t>
            </a:r>
          </a:p>
        </p:txBody>
      </p:sp>
      <p:sp>
        <p:nvSpPr>
          <p:cNvPr id="23" name="Entrega y recepción de sucursal">
            <a:extLst xmlns:a="http://schemas.openxmlformats.org/drawingml/2006/main">
              <a:ext uri="{FF2B5EF4-FFF2-40B4-BE49-F238E27FC236}">
                <a16:creationId xmlns:a16="http://schemas.microsoft.com/office/drawing/2014/main" id="{24C7D871-9D72-4868-BFAD-2867E5FEB836}"/>
              </a:ext>
            </a:extLst>
          </p:cNvPr>
          <p:cNvSpPr>
            <a:spLocks xmlns:a="http://schemas.openxmlformats.org/drawingml/2006/main" noGrp="1"/>
          </p:cNvSpPr>
          <p:nvPr/>
        </p:nvSpPr>
        <p:spPr>
          <a:xfrm xmlns:a="http://schemas.openxmlformats.org/drawingml/2006/main">
            <a:off x="742950" y="4095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Entrega y recepción de sucursal</a:t>
            </a:r>
          </a:p>
        </p:txBody>
      </p:sp>
      <p:sp>
        <p:nvSpPr>
          <p:cNvPr id="24" name="country-api/">
            <a:extLst xmlns:a="http://schemas.openxmlformats.org/drawingml/2006/main">
              <a:ext uri="{FF2B5EF4-FFF2-40B4-BE49-F238E27FC236}">
                <a16:creationId xmlns:a16="http://schemas.microsoft.com/office/drawing/2014/main" id="{7354CE6C-DF2A-44F2-85A7-29F066EC3CFC}"/>
              </a:ext>
            </a:extLst>
          </p:cNvPr>
          <p:cNvSpPr>
            <a:spLocks xmlns:a="http://schemas.openxmlformats.org/drawingml/2006/main" noGrp="1"/>
          </p:cNvSpPr>
          <p:nvPr/>
        </p:nvSpPr>
        <p:spPr>
          <a:xfrm xmlns:a="http://schemas.openxmlformats.org/drawingml/2006/main">
            <a:off x="742950" y="4257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country-api/</a:t>
            </a:r>
          </a:p>
        </p:txBody>
      </p:sp>
      <p:sp>
        <p:nvSpPr>
          <p:cNvPr id="25" name="API y capacidades de país">
            <a:extLst xmlns:a="http://schemas.openxmlformats.org/drawingml/2006/main">
              <a:ext uri="{FF2B5EF4-FFF2-40B4-BE49-F238E27FC236}">
                <a16:creationId xmlns:a16="http://schemas.microsoft.com/office/drawing/2014/main" id="{A9CE20F7-BAC0-41E1-9E5E-84AAFE24AD05}"/>
              </a:ext>
            </a:extLst>
          </p:cNvPr>
          <p:cNvSpPr>
            <a:spLocks xmlns:a="http://schemas.openxmlformats.org/drawingml/2006/main" noGrp="1"/>
          </p:cNvSpPr>
          <p:nvPr/>
        </p:nvSpPr>
        <p:spPr>
          <a:xfrm xmlns:a="http://schemas.openxmlformats.org/drawingml/2006/main">
            <a:off x="742950" y="4476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API y capacidades de país</a:t>
            </a:r>
          </a:p>
        </p:txBody>
      </p:sp>
      <p:sp>
        <p:nvSpPr>
          <p:cNvPr id="26" name="erp-worker/">
            <a:extLst xmlns:a="http://schemas.openxmlformats.org/drawingml/2006/main">
              <a:ext uri="{FF2B5EF4-FFF2-40B4-BE49-F238E27FC236}">
                <a16:creationId xmlns:a16="http://schemas.microsoft.com/office/drawing/2014/main" id="{FFB97C71-B9FF-4F7A-B4C9-EB9EDD5365B0}"/>
              </a:ext>
            </a:extLst>
          </p:cNvPr>
          <p:cNvSpPr>
            <a:spLocks xmlns:a="http://schemas.openxmlformats.org/drawingml/2006/main" noGrp="1"/>
          </p:cNvSpPr>
          <p:nvPr/>
        </p:nvSpPr>
        <p:spPr>
          <a:xfrm xmlns:a="http://schemas.openxmlformats.org/drawingml/2006/main">
            <a:off x="742950" y="4638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erp-worker/</a:t>
            </a:r>
          </a:p>
        </p:txBody>
      </p:sp>
      <p:sp>
        <p:nvSpPr>
          <p:cNvPr id="27" name="Integración y conciliación ERP">
            <a:extLst xmlns:a="http://schemas.openxmlformats.org/drawingml/2006/main">
              <a:ext uri="{FF2B5EF4-FFF2-40B4-BE49-F238E27FC236}">
                <a16:creationId xmlns:a16="http://schemas.microsoft.com/office/drawing/2014/main" id="{D5C00EE9-04AE-4B91-901B-C88055D43F7E}"/>
              </a:ext>
            </a:extLst>
          </p:cNvPr>
          <p:cNvSpPr>
            <a:spLocks xmlns:a="http://schemas.openxmlformats.org/drawingml/2006/main" noGrp="1"/>
          </p:cNvSpPr>
          <p:nvPr/>
        </p:nvSpPr>
        <p:spPr>
          <a:xfrm xmlns:a="http://schemas.openxmlformats.org/drawingml/2006/main">
            <a:off x="742950" y="4857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Integración y conciliación ERP</a:t>
            </a:r>
          </a:p>
        </p:txBody>
      </p:sp>
      <p:sp>
        <p:nvSpPr>
          <p:cNvPr id="28" name="pos-docs/">
            <a:extLst xmlns:a="http://schemas.openxmlformats.org/drawingml/2006/main">
              <a:ext uri="{FF2B5EF4-FFF2-40B4-BE49-F238E27FC236}">
                <a16:creationId xmlns:a16="http://schemas.microsoft.com/office/drawing/2014/main" id="{61791C89-7BCB-4CD8-85AA-7F0AC22687CC}"/>
              </a:ext>
            </a:extLst>
          </p:cNvPr>
          <p:cNvSpPr>
            <a:spLocks xmlns:a="http://schemas.openxmlformats.org/drawingml/2006/main" noGrp="1"/>
          </p:cNvSpPr>
          <p:nvPr/>
        </p:nvSpPr>
        <p:spPr>
          <a:xfrm xmlns:a="http://schemas.openxmlformats.org/drawingml/2006/main">
            <a:off x="742950" y="5019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pos-docs/</a:t>
            </a:r>
          </a:p>
        </p:txBody>
      </p:sp>
      <p:sp>
        <p:nvSpPr>
          <p:cNvPr id="29" name="Documentación Starlight">
            <a:extLst xmlns:a="http://schemas.openxmlformats.org/drawingml/2006/main">
              <a:ext uri="{FF2B5EF4-FFF2-40B4-BE49-F238E27FC236}">
                <a16:creationId xmlns:a16="http://schemas.microsoft.com/office/drawing/2014/main" id="{214A2B9A-2540-424C-B586-C0C98D4D46C7}"/>
              </a:ext>
            </a:extLst>
          </p:cNvPr>
          <p:cNvSpPr>
            <a:spLocks xmlns:a="http://schemas.openxmlformats.org/drawingml/2006/main" noGrp="1"/>
          </p:cNvSpPr>
          <p:nvPr/>
        </p:nvSpPr>
        <p:spPr>
          <a:xfrm xmlns:a="http://schemas.openxmlformats.org/drawingml/2006/main">
            <a:off x="742950" y="5238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Documentación Starlight</a:t>
            </a:r>
          </a:p>
        </p:txBody>
      </p:sp>
      <p:sp>
        <p:nvSpPr>
          <p:cNvPr id="30" name="pos-clients-e2e/">
            <a:extLst xmlns:a="http://schemas.openxmlformats.org/drawingml/2006/main">
              <a:ext uri="{FF2B5EF4-FFF2-40B4-BE49-F238E27FC236}">
                <a16:creationId xmlns:a16="http://schemas.microsoft.com/office/drawing/2014/main" id="{A88174FC-666D-4F0E-92A8-9BECC4D8DB2D}"/>
              </a:ext>
            </a:extLst>
          </p:cNvPr>
          <p:cNvSpPr>
            <a:spLocks xmlns:a="http://schemas.openxmlformats.org/drawingml/2006/main" noGrp="1"/>
          </p:cNvSpPr>
          <p:nvPr/>
        </p:nvSpPr>
        <p:spPr>
          <a:xfrm xmlns:a="http://schemas.openxmlformats.org/drawingml/2006/main">
            <a:off x="742950" y="54006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pos-clients-e2e/</a:t>
            </a:r>
          </a:p>
        </p:txBody>
      </p:sp>
      <p:sp>
        <p:nvSpPr>
          <p:cNvPr id="31" name="Pruebas UI; traslado pendiente">
            <a:extLst xmlns:a="http://schemas.openxmlformats.org/drawingml/2006/main">
              <a:ext uri="{FF2B5EF4-FFF2-40B4-BE49-F238E27FC236}">
                <a16:creationId xmlns:a16="http://schemas.microsoft.com/office/drawing/2014/main" id="{E1720EB2-1B65-498B-8546-F885F52BB1BD}"/>
              </a:ext>
            </a:extLst>
          </p:cNvPr>
          <p:cNvSpPr>
            <a:spLocks xmlns:a="http://schemas.openxmlformats.org/drawingml/2006/main" noGrp="1"/>
          </p:cNvSpPr>
          <p:nvPr/>
        </p:nvSpPr>
        <p:spPr>
          <a:xfrm xmlns:a="http://schemas.openxmlformats.org/drawingml/2006/main">
            <a:off x="742950" y="5619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Pruebas UI; traslado pendiente</a:t>
            </a:r>
          </a:p>
        </p:txBody>
      </p:sp>
      <p:sp>
        <p:nvSpPr>
          <p:cNvPr id="32" name="sales · cash · collections">
            <a:extLst xmlns:a="http://schemas.openxmlformats.org/drawingml/2006/main">
              <a:ext uri="{FF2B5EF4-FFF2-40B4-BE49-F238E27FC236}">
                <a16:creationId xmlns:a16="http://schemas.microsoft.com/office/drawing/2014/main" id="{9586A2E6-6329-4C58-BCF7-587D4119D2CB}"/>
              </a:ext>
            </a:extLst>
          </p:cNvPr>
          <p:cNvSpPr>
            <a:spLocks xmlns:a="http://schemas.openxmlformats.org/drawingml/2006/main" noGrp="1"/>
          </p:cNvSpPr>
          <p:nvPr/>
        </p:nvSpPr>
        <p:spPr>
          <a:xfrm xmlns:a="http://schemas.openxmlformats.org/drawingml/2006/main">
            <a:off x="4476750" y="2762250"/>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sales · cash · collections</a:t>
            </a:r>
          </a:p>
        </p:txBody>
      </p:sp>
      <p:sp>
        <p:nvSpPr>
          <p:cNvPr id="33" name="Ventas, caja y cobranzas">
            <a:extLst xmlns:a="http://schemas.openxmlformats.org/drawingml/2006/main">
              <a:ext uri="{FF2B5EF4-FFF2-40B4-BE49-F238E27FC236}">
                <a16:creationId xmlns:a16="http://schemas.microsoft.com/office/drawing/2014/main" id="{27AA606A-9893-47BE-BBB3-C6F8696A1685}"/>
              </a:ext>
            </a:extLst>
          </p:cNvPr>
          <p:cNvSpPr>
            <a:spLocks xmlns:a="http://schemas.openxmlformats.org/drawingml/2006/main" noGrp="1"/>
          </p:cNvSpPr>
          <p:nvPr/>
        </p:nvSpPr>
        <p:spPr>
          <a:xfrm xmlns:a="http://schemas.openxmlformats.org/drawingml/2006/main">
            <a:off x="4476750" y="30194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Ventas, caja y cobranzas</a:t>
            </a:r>
          </a:p>
        </p:txBody>
      </p:sp>
      <p:sp>
        <p:nvSpPr>
          <p:cNvPr id="34" name="payments · returns">
            <a:extLst xmlns:a="http://schemas.openxmlformats.org/drawingml/2006/main">
              <a:ext uri="{FF2B5EF4-FFF2-40B4-BE49-F238E27FC236}">
                <a16:creationId xmlns:a16="http://schemas.microsoft.com/office/drawing/2014/main" id="{85DFDCA3-5E92-4239-A978-2C60B48F7E7B}"/>
              </a:ext>
            </a:extLst>
          </p:cNvPr>
          <p:cNvSpPr>
            <a:spLocks xmlns:a="http://schemas.openxmlformats.org/drawingml/2006/main" noGrp="1"/>
          </p:cNvSpPr>
          <p:nvPr/>
        </p:nvSpPr>
        <p:spPr>
          <a:xfrm xmlns:a="http://schemas.openxmlformats.org/drawingml/2006/main">
            <a:off x="4476750" y="324802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payments · returns</a:t>
            </a:r>
          </a:p>
        </p:txBody>
      </p:sp>
      <p:sp>
        <p:nvSpPr>
          <p:cNvPr id="35" name="Pagos y devoluciones">
            <a:extLst xmlns:a="http://schemas.openxmlformats.org/drawingml/2006/main">
              <a:ext uri="{FF2B5EF4-FFF2-40B4-BE49-F238E27FC236}">
                <a16:creationId xmlns:a16="http://schemas.microsoft.com/office/drawing/2014/main" id="{348A7808-591E-4F23-9FDF-42E80115E152}"/>
              </a:ext>
            </a:extLst>
          </p:cNvPr>
          <p:cNvSpPr>
            <a:spLocks xmlns:a="http://schemas.openxmlformats.org/drawingml/2006/main" noGrp="1"/>
          </p:cNvSpPr>
          <p:nvPr/>
        </p:nvSpPr>
        <p:spPr>
          <a:xfrm xmlns:a="http://schemas.openxmlformats.org/drawingml/2006/main">
            <a:off x="4476750" y="35052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Pagos y devoluciones</a:t>
            </a:r>
          </a:p>
        </p:txBody>
      </p:sp>
      <p:sp>
        <p:nvSpPr>
          <p:cNvPr id="36" name="pricing · catalog">
            <a:extLst xmlns:a="http://schemas.openxmlformats.org/drawingml/2006/main">
              <a:ext uri="{FF2B5EF4-FFF2-40B4-BE49-F238E27FC236}">
                <a16:creationId xmlns:a16="http://schemas.microsoft.com/office/drawing/2014/main" id="{58BD8868-7C74-4EDE-B009-86F9F055FE1E}"/>
              </a:ext>
            </a:extLst>
          </p:cNvPr>
          <p:cNvSpPr>
            <a:spLocks xmlns:a="http://schemas.openxmlformats.org/drawingml/2006/main" noGrp="1"/>
          </p:cNvSpPr>
          <p:nvPr/>
        </p:nvSpPr>
        <p:spPr>
          <a:xfrm xmlns:a="http://schemas.openxmlformats.org/drawingml/2006/main">
            <a:off x="4476750" y="3733800"/>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pricing · catalog</a:t>
            </a:r>
          </a:p>
        </p:txBody>
      </p:sp>
      <p:sp>
        <p:nvSpPr>
          <p:cNvPr id="37" name="Precios, ofertas y maestros">
            <a:extLst xmlns:a="http://schemas.openxmlformats.org/drawingml/2006/main">
              <a:ext uri="{FF2B5EF4-FFF2-40B4-BE49-F238E27FC236}">
                <a16:creationId xmlns:a16="http://schemas.microsoft.com/office/drawing/2014/main" id="{A2F4DC4D-E82F-4537-A5BE-5F6E5762CBD0}"/>
              </a:ext>
            </a:extLst>
          </p:cNvPr>
          <p:cNvSpPr>
            <a:spLocks xmlns:a="http://schemas.openxmlformats.org/drawingml/2006/main" noGrp="1"/>
          </p:cNvSpPr>
          <p:nvPr/>
        </p:nvSpPr>
        <p:spPr>
          <a:xfrm xmlns:a="http://schemas.openxmlformats.org/drawingml/2006/main">
            <a:off x="4476750" y="39909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Precios, ofertas y maestros</a:t>
            </a:r>
          </a:p>
        </p:txBody>
      </p:sp>
      <p:sp>
        <p:nvSpPr>
          <p:cNvPr id="38" name="fiscal · devices">
            <a:extLst xmlns:a="http://schemas.openxmlformats.org/drawingml/2006/main">
              <a:ext uri="{FF2B5EF4-FFF2-40B4-BE49-F238E27FC236}">
                <a16:creationId xmlns:a16="http://schemas.microsoft.com/office/drawing/2014/main" id="{3ED69324-F28C-4087-86E2-2FD40CD38446}"/>
              </a:ext>
            </a:extLst>
          </p:cNvPr>
          <p:cNvSpPr>
            <a:spLocks xmlns:a="http://schemas.openxmlformats.org/drawingml/2006/main" noGrp="1"/>
          </p:cNvSpPr>
          <p:nvPr/>
        </p:nvSpPr>
        <p:spPr>
          <a:xfrm xmlns:a="http://schemas.openxmlformats.org/drawingml/2006/main">
            <a:off x="4476750" y="421957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fiscal · devices</a:t>
            </a:r>
          </a:p>
        </p:txBody>
      </p:sp>
      <p:sp>
        <p:nvSpPr>
          <p:cNvPr id="39" name="Fiscalidad y periféricos">
            <a:extLst xmlns:a="http://schemas.openxmlformats.org/drawingml/2006/main">
              <a:ext uri="{FF2B5EF4-FFF2-40B4-BE49-F238E27FC236}">
                <a16:creationId xmlns:a16="http://schemas.microsoft.com/office/drawing/2014/main" id="{D54C69CB-A1B6-45D3-B354-022E2084AD9C}"/>
              </a:ext>
            </a:extLst>
          </p:cNvPr>
          <p:cNvSpPr>
            <a:spLocks xmlns:a="http://schemas.openxmlformats.org/drawingml/2006/main" noGrp="1"/>
          </p:cNvSpPr>
          <p:nvPr/>
        </p:nvSpPr>
        <p:spPr>
          <a:xfrm xmlns:a="http://schemas.openxmlformats.org/drawingml/2006/main">
            <a:off x="4476750" y="44767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Fiscalidad y periféricos</a:t>
            </a:r>
          </a:p>
        </p:txBody>
      </p:sp>
      <p:sp>
        <p:nvSpPr>
          <p:cNvPr id="40" name="sync · erp">
            <a:extLst xmlns:a="http://schemas.openxmlformats.org/drawingml/2006/main">
              <a:ext uri="{FF2B5EF4-FFF2-40B4-BE49-F238E27FC236}">
                <a16:creationId xmlns:a16="http://schemas.microsoft.com/office/drawing/2014/main" id="{AF301788-D6CA-47CD-B707-EBB5C5B6D948}"/>
              </a:ext>
            </a:extLst>
          </p:cNvPr>
          <p:cNvSpPr>
            <a:spLocks xmlns:a="http://schemas.openxmlformats.org/drawingml/2006/main" noGrp="1"/>
          </p:cNvSpPr>
          <p:nvPr/>
        </p:nvSpPr>
        <p:spPr>
          <a:xfrm xmlns:a="http://schemas.openxmlformats.org/drawingml/2006/main">
            <a:off x="4476750" y="4705350"/>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sync · erp</a:t>
            </a:r>
          </a:p>
        </p:txBody>
      </p:sp>
      <p:sp>
        <p:nvSpPr>
          <p:cNvPr id="41" name="Sincronización e integración">
            <a:extLst xmlns:a="http://schemas.openxmlformats.org/drawingml/2006/main">
              <a:ext uri="{FF2B5EF4-FFF2-40B4-BE49-F238E27FC236}">
                <a16:creationId xmlns:a16="http://schemas.microsoft.com/office/drawing/2014/main" id="{2F412078-9260-4356-B836-85AE155FF439}"/>
              </a:ext>
            </a:extLst>
          </p:cNvPr>
          <p:cNvSpPr>
            <a:spLocks xmlns:a="http://schemas.openxmlformats.org/drawingml/2006/main" noGrp="1"/>
          </p:cNvSpPr>
          <p:nvPr/>
        </p:nvSpPr>
        <p:spPr>
          <a:xfrm xmlns:a="http://schemas.openxmlformats.org/drawingml/2006/main">
            <a:off x="4476750" y="49625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Sincronización e integración</a:t>
            </a:r>
          </a:p>
        </p:txBody>
      </p:sp>
      <p:sp>
        <p:nvSpPr>
          <p:cNvPr id="42" name="reporting · administration">
            <a:extLst xmlns:a="http://schemas.openxmlformats.org/drawingml/2006/main">
              <a:ext uri="{FF2B5EF4-FFF2-40B4-BE49-F238E27FC236}">
                <a16:creationId xmlns:a16="http://schemas.microsoft.com/office/drawing/2014/main" id="{81D957C9-93C9-426A-B845-015DFAF45DDD}"/>
              </a:ext>
            </a:extLst>
          </p:cNvPr>
          <p:cNvSpPr>
            <a:spLocks xmlns:a="http://schemas.openxmlformats.org/drawingml/2006/main" noGrp="1"/>
          </p:cNvSpPr>
          <p:nvPr/>
        </p:nvSpPr>
        <p:spPr>
          <a:xfrm xmlns:a="http://schemas.openxmlformats.org/drawingml/2006/main">
            <a:off x="4476750" y="519112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reporting · administration</a:t>
            </a:r>
          </a:p>
        </p:txBody>
      </p:sp>
      <p:sp>
        <p:nvSpPr>
          <p:cNvPr id="43" name="Reportes y configuración">
            <a:extLst xmlns:a="http://schemas.openxmlformats.org/drawingml/2006/main">
              <a:ext uri="{FF2B5EF4-FFF2-40B4-BE49-F238E27FC236}">
                <a16:creationId xmlns:a16="http://schemas.microsoft.com/office/drawing/2014/main" id="{5119AE95-6ADE-4915-994A-AD9FB79177FF}"/>
              </a:ext>
            </a:extLst>
          </p:cNvPr>
          <p:cNvSpPr>
            <a:spLocks xmlns:a="http://schemas.openxmlformats.org/drawingml/2006/main" noGrp="1"/>
          </p:cNvSpPr>
          <p:nvPr/>
        </p:nvSpPr>
        <p:spPr>
          <a:xfrm xmlns:a="http://schemas.openxmlformats.org/drawingml/2006/main">
            <a:off x="4476750" y="54483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Reportes y configuración</a:t>
            </a:r>
          </a:p>
        </p:txBody>
      </p:sp>
      <p:sp>
        <p:nvSpPr>
          <p:cNvPr id="44" name="backend/">
            <a:extLst xmlns:a="http://schemas.openxmlformats.org/drawingml/2006/main">
              <a:ext uri="{FF2B5EF4-FFF2-40B4-BE49-F238E27FC236}">
                <a16:creationId xmlns:a16="http://schemas.microsoft.com/office/drawing/2014/main" id="{71D97705-C041-419A-AD67-280EF5CF805D}"/>
              </a:ext>
            </a:extLst>
          </p:cNvPr>
          <p:cNvSpPr>
            <a:spLocks xmlns:a="http://schemas.openxmlformats.org/drawingml/2006/main" noGrp="1"/>
          </p:cNvSpPr>
          <p:nvPr/>
        </p:nvSpPr>
        <p:spPr>
          <a:xfrm xmlns:a="http://schemas.openxmlformats.org/drawingml/2006/main">
            <a:off x="8210550" y="277177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4383E"/>
                </a:solidFill>
                <a:latin typeface="Inter"/>
                <a:ea typeface="Inter"/>
                <a:cs typeface="Inter"/>
              </a:defRPr>
            </a:defPPr>
            <a:lvl1pPr>
              <a:defRPr sz="1650" b="1">
                <a:solidFill>
                  <a:srgbClr val="34383E"/>
                </a:solidFill>
                <a:latin typeface="Inter"/>
                <a:ea typeface="Inter"/>
                <a:cs typeface="Inter"/>
              </a:defRPr>
            </a:lvl1pPr>
            <a:lvl2pPr>
              <a:defRPr sz="1650" b="1">
                <a:solidFill>
                  <a:srgbClr val="34383E"/>
                </a:solidFill>
                <a:latin typeface="Inter"/>
                <a:ea typeface="Inter"/>
                <a:cs typeface="Inter"/>
              </a:defRPr>
            </a:lvl2pPr>
            <a:lvl3pPr>
              <a:defRPr sz="1650" b="1">
                <a:solidFill>
                  <a:srgbClr val="34383E"/>
                </a:solidFill>
                <a:latin typeface="Inter"/>
                <a:ea typeface="Inter"/>
                <a:cs typeface="Inter"/>
              </a:defRPr>
            </a:lvl3pPr>
            <a:lvl4pPr>
              <a:defRPr sz="1650" b="1">
                <a:solidFill>
                  <a:srgbClr val="34383E"/>
                </a:solidFill>
                <a:latin typeface="Inter"/>
                <a:ea typeface="Inter"/>
                <a:cs typeface="Inter"/>
              </a:defRPr>
            </a:lvl4pPr>
            <a:lvl5pPr>
              <a:defRPr sz="1650" b="1">
                <a:solidFill>
                  <a:srgbClr val="34383E"/>
                </a:solidFill>
                <a:latin typeface="Inter"/>
                <a:ea typeface="Inter"/>
                <a:cs typeface="Inter"/>
              </a:defRPr>
            </a:lvl5pPr>
            <a:lvl6pPr>
              <a:defRPr sz="1650" b="1">
                <a:solidFill>
                  <a:srgbClr val="34383E"/>
                </a:solidFill>
                <a:latin typeface="Inter"/>
                <a:ea typeface="Inter"/>
                <a:cs typeface="Inter"/>
              </a:defRPr>
            </a:lvl6pPr>
            <a:lvl7pPr>
              <a:defRPr sz="1650" b="1">
                <a:solidFill>
                  <a:srgbClr val="34383E"/>
                </a:solidFill>
                <a:latin typeface="Inter"/>
                <a:ea typeface="Inter"/>
                <a:cs typeface="Inter"/>
              </a:defRPr>
            </a:lvl7pPr>
            <a:lvl8pPr>
              <a:defRPr sz="1650" b="1">
                <a:solidFill>
                  <a:srgbClr val="34383E"/>
                </a:solidFill>
                <a:latin typeface="Inter"/>
                <a:ea typeface="Inter"/>
                <a:cs typeface="Inter"/>
              </a:defRPr>
            </a:lvl8pPr>
            <a:lvl9pPr>
              <a:defRPr sz="1650" b="1">
                <a:solidFill>
                  <a:srgbClr val="34383E"/>
                </a:solidFill>
                <a:latin typeface="Inter"/>
                <a:ea typeface="Inter"/>
                <a:cs typeface="Inter"/>
              </a:defRPr>
            </a:lvl9pPr>
          </a:lstStyle>
          <a:p xmlns:a="http://schemas.openxmlformats.org/drawingml/2006/main">
            <a:pPr>
              <a:defRPr sz="1650" b="1">
                <a:solidFill>
                  <a:srgbClr val="34383E"/>
                </a:solidFill>
                <a:latin typeface="Inter"/>
                <a:ea typeface="Inter"/>
                <a:cs typeface="Inter"/>
              </a:defRPr>
            </a:pPr>
            <a:r>
              <a:rPr sz="1650" b="1">
                <a:solidFill>
                  <a:srgbClr val="34383E"/>
                </a:solidFill>
                <a:latin typeface="Inter"/>
                <a:ea typeface="Inter"/>
                <a:cs typeface="Inter"/>
              </a:rPr>
              <a:t>backend/</a:t>
            </a:r>
          </a:p>
        </p:txBody>
      </p:sp>
      <p:sp>
        <p:nvSpPr>
          <p:cNvPr id="45" name="Infraestructura técnica del servidor">
            <a:extLst xmlns:a="http://schemas.openxmlformats.org/drawingml/2006/main">
              <a:ext uri="{FF2B5EF4-FFF2-40B4-BE49-F238E27FC236}">
                <a16:creationId xmlns:a16="http://schemas.microsoft.com/office/drawing/2014/main" id="{572D0126-57E1-43B3-A83D-146E01E3F062}"/>
              </a:ext>
            </a:extLst>
          </p:cNvPr>
          <p:cNvSpPr>
            <a:spLocks xmlns:a="http://schemas.openxmlformats.org/drawingml/2006/main" noGrp="1"/>
          </p:cNvSpPr>
          <p:nvPr/>
        </p:nvSpPr>
        <p:spPr>
          <a:xfrm xmlns:a="http://schemas.openxmlformats.org/drawingml/2006/main">
            <a:off x="8210550" y="30575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6569"/>
                </a:solidFill>
                <a:latin typeface="Inter"/>
                <a:ea typeface="Inter"/>
                <a:cs typeface="Inter"/>
              </a:defRPr>
            </a:defPPr>
            <a:lvl1pPr>
              <a:defRPr sz="1350" b="0">
                <a:solidFill>
                  <a:srgbClr val="636569"/>
                </a:solidFill>
                <a:latin typeface="Inter"/>
                <a:ea typeface="Inter"/>
                <a:cs typeface="Inter"/>
              </a:defRPr>
            </a:lvl1pPr>
            <a:lvl2pPr>
              <a:defRPr sz="1350" b="0">
                <a:solidFill>
                  <a:srgbClr val="636569"/>
                </a:solidFill>
                <a:latin typeface="Inter"/>
                <a:ea typeface="Inter"/>
                <a:cs typeface="Inter"/>
              </a:defRPr>
            </a:lvl2pPr>
            <a:lvl3pPr>
              <a:defRPr sz="1350" b="0">
                <a:solidFill>
                  <a:srgbClr val="636569"/>
                </a:solidFill>
                <a:latin typeface="Inter"/>
                <a:ea typeface="Inter"/>
                <a:cs typeface="Inter"/>
              </a:defRPr>
            </a:lvl3pPr>
            <a:lvl4pPr>
              <a:defRPr sz="1350" b="0">
                <a:solidFill>
                  <a:srgbClr val="636569"/>
                </a:solidFill>
                <a:latin typeface="Inter"/>
                <a:ea typeface="Inter"/>
                <a:cs typeface="Inter"/>
              </a:defRPr>
            </a:lvl4pPr>
            <a:lvl5pPr>
              <a:defRPr sz="1350" b="0">
                <a:solidFill>
                  <a:srgbClr val="636569"/>
                </a:solidFill>
                <a:latin typeface="Inter"/>
                <a:ea typeface="Inter"/>
                <a:cs typeface="Inter"/>
              </a:defRPr>
            </a:lvl5pPr>
            <a:lvl6pPr>
              <a:defRPr sz="1350" b="0">
                <a:solidFill>
                  <a:srgbClr val="636569"/>
                </a:solidFill>
                <a:latin typeface="Inter"/>
                <a:ea typeface="Inter"/>
                <a:cs typeface="Inter"/>
              </a:defRPr>
            </a:lvl6pPr>
            <a:lvl7pPr>
              <a:defRPr sz="1350" b="0">
                <a:solidFill>
                  <a:srgbClr val="636569"/>
                </a:solidFill>
                <a:latin typeface="Inter"/>
                <a:ea typeface="Inter"/>
                <a:cs typeface="Inter"/>
              </a:defRPr>
            </a:lvl7pPr>
            <a:lvl8pPr>
              <a:defRPr sz="1350" b="0">
                <a:solidFill>
                  <a:srgbClr val="636569"/>
                </a:solidFill>
                <a:latin typeface="Inter"/>
                <a:ea typeface="Inter"/>
                <a:cs typeface="Inter"/>
              </a:defRPr>
            </a:lvl8pPr>
            <a:lvl9pPr>
              <a:defRPr sz="1350" b="0">
                <a:solidFill>
                  <a:srgbClr val="636569"/>
                </a:solidFill>
                <a:latin typeface="Inter"/>
                <a:ea typeface="Inter"/>
                <a:cs typeface="Inter"/>
              </a:defRPr>
            </a:lvl9pPr>
          </a:lstStyle>
          <a:p xmlns:a="http://schemas.openxmlformats.org/drawingml/2006/main">
            <a:pPr>
              <a:defRPr sz="1350" b="0">
                <a:solidFill>
                  <a:srgbClr val="636569"/>
                </a:solidFill>
                <a:latin typeface="Inter"/>
                <a:ea typeface="Inter"/>
                <a:cs typeface="Inter"/>
              </a:defRPr>
            </a:pPr>
            <a:r>
              <a:rPr sz="1350" b="0">
                <a:solidFill>
                  <a:srgbClr val="636569"/>
                </a:solidFill>
                <a:latin typeface="Inter"/>
                <a:ea typeface="Inter"/>
                <a:cs typeface="Inter"/>
              </a:rPr>
              <a:t>Infraestructura técnica del servidor</a:t>
            </a:r>
          </a:p>
        </p:txBody>
      </p:sp>
      <p:sp>
        <p:nvSpPr>
          <p:cNvPr id="46" name="frontend/ui/">
            <a:extLst xmlns:a="http://schemas.openxmlformats.org/drawingml/2006/main">
              <a:ext uri="{FF2B5EF4-FFF2-40B4-BE49-F238E27FC236}">
                <a16:creationId xmlns:a16="http://schemas.microsoft.com/office/drawing/2014/main" id="{7E1DF622-CAC5-473E-B2E4-162804409696}"/>
              </a:ext>
            </a:extLst>
          </p:cNvPr>
          <p:cNvSpPr>
            <a:spLocks xmlns:a="http://schemas.openxmlformats.org/drawingml/2006/main" noGrp="1"/>
          </p:cNvSpPr>
          <p:nvPr/>
        </p:nvSpPr>
        <p:spPr>
          <a:xfrm xmlns:a="http://schemas.openxmlformats.org/drawingml/2006/main">
            <a:off x="8210550" y="336232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4383E"/>
                </a:solidFill>
                <a:latin typeface="Inter"/>
                <a:ea typeface="Inter"/>
                <a:cs typeface="Inter"/>
              </a:defRPr>
            </a:defPPr>
            <a:lvl1pPr>
              <a:defRPr sz="1650" b="1">
                <a:solidFill>
                  <a:srgbClr val="34383E"/>
                </a:solidFill>
                <a:latin typeface="Inter"/>
                <a:ea typeface="Inter"/>
                <a:cs typeface="Inter"/>
              </a:defRPr>
            </a:lvl1pPr>
            <a:lvl2pPr>
              <a:defRPr sz="1650" b="1">
                <a:solidFill>
                  <a:srgbClr val="34383E"/>
                </a:solidFill>
                <a:latin typeface="Inter"/>
                <a:ea typeface="Inter"/>
                <a:cs typeface="Inter"/>
              </a:defRPr>
            </a:lvl2pPr>
            <a:lvl3pPr>
              <a:defRPr sz="1650" b="1">
                <a:solidFill>
                  <a:srgbClr val="34383E"/>
                </a:solidFill>
                <a:latin typeface="Inter"/>
                <a:ea typeface="Inter"/>
                <a:cs typeface="Inter"/>
              </a:defRPr>
            </a:lvl3pPr>
            <a:lvl4pPr>
              <a:defRPr sz="1650" b="1">
                <a:solidFill>
                  <a:srgbClr val="34383E"/>
                </a:solidFill>
                <a:latin typeface="Inter"/>
                <a:ea typeface="Inter"/>
                <a:cs typeface="Inter"/>
              </a:defRPr>
            </a:lvl4pPr>
            <a:lvl5pPr>
              <a:defRPr sz="1650" b="1">
                <a:solidFill>
                  <a:srgbClr val="34383E"/>
                </a:solidFill>
                <a:latin typeface="Inter"/>
                <a:ea typeface="Inter"/>
                <a:cs typeface="Inter"/>
              </a:defRPr>
            </a:lvl5pPr>
            <a:lvl6pPr>
              <a:defRPr sz="1650" b="1">
                <a:solidFill>
                  <a:srgbClr val="34383E"/>
                </a:solidFill>
                <a:latin typeface="Inter"/>
                <a:ea typeface="Inter"/>
                <a:cs typeface="Inter"/>
              </a:defRPr>
            </a:lvl6pPr>
            <a:lvl7pPr>
              <a:defRPr sz="1650" b="1">
                <a:solidFill>
                  <a:srgbClr val="34383E"/>
                </a:solidFill>
                <a:latin typeface="Inter"/>
                <a:ea typeface="Inter"/>
                <a:cs typeface="Inter"/>
              </a:defRPr>
            </a:lvl7pPr>
            <a:lvl8pPr>
              <a:defRPr sz="1650" b="1">
                <a:solidFill>
                  <a:srgbClr val="34383E"/>
                </a:solidFill>
                <a:latin typeface="Inter"/>
                <a:ea typeface="Inter"/>
                <a:cs typeface="Inter"/>
              </a:defRPr>
            </a:lvl8pPr>
            <a:lvl9pPr>
              <a:defRPr sz="1650" b="1">
                <a:solidFill>
                  <a:srgbClr val="34383E"/>
                </a:solidFill>
                <a:latin typeface="Inter"/>
                <a:ea typeface="Inter"/>
                <a:cs typeface="Inter"/>
              </a:defRPr>
            </a:lvl9pPr>
          </a:lstStyle>
          <a:p xmlns:a="http://schemas.openxmlformats.org/drawingml/2006/main">
            <a:pPr>
              <a:defRPr sz="1650" b="1">
                <a:solidFill>
                  <a:srgbClr val="34383E"/>
                </a:solidFill>
                <a:latin typeface="Inter"/>
                <a:ea typeface="Inter"/>
                <a:cs typeface="Inter"/>
              </a:defRPr>
            </a:pPr>
            <a:r>
              <a:rPr sz="1650" b="1">
                <a:solidFill>
                  <a:srgbClr val="34383E"/>
                </a:solidFill>
                <a:latin typeface="Inter"/>
                <a:ea typeface="Inter"/>
                <a:cs typeface="Inter"/>
              </a:rPr>
              <a:t>frontend/ui/</a:t>
            </a:r>
          </a:p>
        </p:txBody>
      </p:sp>
      <p:sp>
        <p:nvSpPr>
          <p:cNvPr id="47" name="Tokens y componentes visuales">
            <a:extLst xmlns:a="http://schemas.openxmlformats.org/drawingml/2006/main">
              <a:ext uri="{FF2B5EF4-FFF2-40B4-BE49-F238E27FC236}">
                <a16:creationId xmlns:a16="http://schemas.microsoft.com/office/drawing/2014/main" id="{D1BA1391-E0A6-454A-901B-C1F0E8BBB003}"/>
              </a:ext>
            </a:extLst>
          </p:cNvPr>
          <p:cNvSpPr>
            <a:spLocks xmlns:a="http://schemas.openxmlformats.org/drawingml/2006/main" noGrp="1"/>
          </p:cNvSpPr>
          <p:nvPr/>
        </p:nvSpPr>
        <p:spPr>
          <a:xfrm xmlns:a="http://schemas.openxmlformats.org/drawingml/2006/main">
            <a:off x="8210550" y="36480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6569"/>
                </a:solidFill>
                <a:latin typeface="Inter"/>
                <a:ea typeface="Inter"/>
                <a:cs typeface="Inter"/>
              </a:defRPr>
            </a:defPPr>
            <a:lvl1pPr>
              <a:defRPr sz="1350" b="0">
                <a:solidFill>
                  <a:srgbClr val="636569"/>
                </a:solidFill>
                <a:latin typeface="Inter"/>
                <a:ea typeface="Inter"/>
                <a:cs typeface="Inter"/>
              </a:defRPr>
            </a:lvl1pPr>
            <a:lvl2pPr>
              <a:defRPr sz="1350" b="0">
                <a:solidFill>
                  <a:srgbClr val="636569"/>
                </a:solidFill>
                <a:latin typeface="Inter"/>
                <a:ea typeface="Inter"/>
                <a:cs typeface="Inter"/>
              </a:defRPr>
            </a:lvl2pPr>
            <a:lvl3pPr>
              <a:defRPr sz="1350" b="0">
                <a:solidFill>
                  <a:srgbClr val="636569"/>
                </a:solidFill>
                <a:latin typeface="Inter"/>
                <a:ea typeface="Inter"/>
                <a:cs typeface="Inter"/>
              </a:defRPr>
            </a:lvl3pPr>
            <a:lvl4pPr>
              <a:defRPr sz="1350" b="0">
                <a:solidFill>
                  <a:srgbClr val="636569"/>
                </a:solidFill>
                <a:latin typeface="Inter"/>
                <a:ea typeface="Inter"/>
                <a:cs typeface="Inter"/>
              </a:defRPr>
            </a:lvl4pPr>
            <a:lvl5pPr>
              <a:defRPr sz="1350" b="0">
                <a:solidFill>
                  <a:srgbClr val="636569"/>
                </a:solidFill>
                <a:latin typeface="Inter"/>
                <a:ea typeface="Inter"/>
                <a:cs typeface="Inter"/>
              </a:defRPr>
            </a:lvl5pPr>
            <a:lvl6pPr>
              <a:defRPr sz="1350" b="0">
                <a:solidFill>
                  <a:srgbClr val="636569"/>
                </a:solidFill>
                <a:latin typeface="Inter"/>
                <a:ea typeface="Inter"/>
                <a:cs typeface="Inter"/>
              </a:defRPr>
            </a:lvl6pPr>
            <a:lvl7pPr>
              <a:defRPr sz="1350" b="0">
                <a:solidFill>
                  <a:srgbClr val="636569"/>
                </a:solidFill>
                <a:latin typeface="Inter"/>
                <a:ea typeface="Inter"/>
                <a:cs typeface="Inter"/>
              </a:defRPr>
            </a:lvl7pPr>
            <a:lvl8pPr>
              <a:defRPr sz="1350" b="0">
                <a:solidFill>
                  <a:srgbClr val="636569"/>
                </a:solidFill>
                <a:latin typeface="Inter"/>
                <a:ea typeface="Inter"/>
                <a:cs typeface="Inter"/>
              </a:defRPr>
            </a:lvl8pPr>
            <a:lvl9pPr>
              <a:defRPr sz="1350" b="0">
                <a:solidFill>
                  <a:srgbClr val="636569"/>
                </a:solidFill>
                <a:latin typeface="Inter"/>
                <a:ea typeface="Inter"/>
                <a:cs typeface="Inter"/>
              </a:defRPr>
            </a:lvl9pPr>
          </a:lstStyle>
          <a:p xmlns:a="http://schemas.openxmlformats.org/drawingml/2006/main">
            <a:pPr>
              <a:defRPr sz="1350" b="0">
                <a:solidFill>
                  <a:srgbClr val="636569"/>
                </a:solidFill>
                <a:latin typeface="Inter"/>
                <a:ea typeface="Inter"/>
                <a:cs typeface="Inter"/>
              </a:defRPr>
            </a:pPr>
            <a:r>
              <a:rPr sz="1350" b="0">
                <a:solidFill>
                  <a:srgbClr val="636569"/>
                </a:solidFill>
                <a:latin typeface="Inter"/>
                <a:ea typeface="Inter"/>
                <a:cs typeface="Inter"/>
              </a:rPr>
              <a:t>Tokens y componentes visuales</a:t>
            </a:r>
          </a:p>
        </p:txBody>
      </p:sp>
      <p:sp>
        <p:nvSpPr>
          <p:cNvPr id="48" name="kernel/">
            <a:extLst xmlns:a="http://schemas.openxmlformats.org/drawingml/2006/main">
              <a:ext uri="{FF2B5EF4-FFF2-40B4-BE49-F238E27FC236}">
                <a16:creationId xmlns:a16="http://schemas.microsoft.com/office/drawing/2014/main" id="{F18F40A8-3BDB-4031-8A30-212B9DA52148}"/>
              </a:ext>
            </a:extLst>
          </p:cNvPr>
          <p:cNvSpPr>
            <a:spLocks xmlns:a="http://schemas.openxmlformats.org/drawingml/2006/main" noGrp="1"/>
          </p:cNvSpPr>
          <p:nvPr/>
        </p:nvSpPr>
        <p:spPr>
          <a:xfrm xmlns:a="http://schemas.openxmlformats.org/drawingml/2006/main">
            <a:off x="8210550" y="395287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4383E"/>
                </a:solidFill>
                <a:latin typeface="Inter"/>
                <a:ea typeface="Inter"/>
                <a:cs typeface="Inter"/>
              </a:defRPr>
            </a:defPPr>
            <a:lvl1pPr>
              <a:defRPr sz="1650" b="1">
                <a:solidFill>
                  <a:srgbClr val="34383E"/>
                </a:solidFill>
                <a:latin typeface="Inter"/>
                <a:ea typeface="Inter"/>
                <a:cs typeface="Inter"/>
              </a:defRPr>
            </a:lvl1pPr>
            <a:lvl2pPr>
              <a:defRPr sz="1650" b="1">
                <a:solidFill>
                  <a:srgbClr val="34383E"/>
                </a:solidFill>
                <a:latin typeface="Inter"/>
                <a:ea typeface="Inter"/>
                <a:cs typeface="Inter"/>
              </a:defRPr>
            </a:lvl2pPr>
            <a:lvl3pPr>
              <a:defRPr sz="1650" b="1">
                <a:solidFill>
                  <a:srgbClr val="34383E"/>
                </a:solidFill>
                <a:latin typeface="Inter"/>
                <a:ea typeface="Inter"/>
                <a:cs typeface="Inter"/>
              </a:defRPr>
            </a:lvl3pPr>
            <a:lvl4pPr>
              <a:defRPr sz="1650" b="1">
                <a:solidFill>
                  <a:srgbClr val="34383E"/>
                </a:solidFill>
                <a:latin typeface="Inter"/>
                <a:ea typeface="Inter"/>
                <a:cs typeface="Inter"/>
              </a:defRPr>
            </a:lvl4pPr>
            <a:lvl5pPr>
              <a:defRPr sz="1650" b="1">
                <a:solidFill>
                  <a:srgbClr val="34383E"/>
                </a:solidFill>
                <a:latin typeface="Inter"/>
                <a:ea typeface="Inter"/>
                <a:cs typeface="Inter"/>
              </a:defRPr>
            </a:lvl5pPr>
            <a:lvl6pPr>
              <a:defRPr sz="1650" b="1">
                <a:solidFill>
                  <a:srgbClr val="34383E"/>
                </a:solidFill>
                <a:latin typeface="Inter"/>
                <a:ea typeface="Inter"/>
                <a:cs typeface="Inter"/>
              </a:defRPr>
            </a:lvl6pPr>
            <a:lvl7pPr>
              <a:defRPr sz="1650" b="1">
                <a:solidFill>
                  <a:srgbClr val="34383E"/>
                </a:solidFill>
                <a:latin typeface="Inter"/>
                <a:ea typeface="Inter"/>
                <a:cs typeface="Inter"/>
              </a:defRPr>
            </a:lvl7pPr>
            <a:lvl8pPr>
              <a:defRPr sz="1650" b="1">
                <a:solidFill>
                  <a:srgbClr val="34383E"/>
                </a:solidFill>
                <a:latin typeface="Inter"/>
                <a:ea typeface="Inter"/>
                <a:cs typeface="Inter"/>
              </a:defRPr>
            </a:lvl8pPr>
            <a:lvl9pPr>
              <a:defRPr sz="1650" b="1">
                <a:solidFill>
                  <a:srgbClr val="34383E"/>
                </a:solidFill>
                <a:latin typeface="Inter"/>
                <a:ea typeface="Inter"/>
                <a:cs typeface="Inter"/>
              </a:defRPr>
            </a:lvl9pPr>
          </a:lstStyle>
          <a:p xmlns:a="http://schemas.openxmlformats.org/drawingml/2006/main">
            <a:pPr>
              <a:defRPr sz="1650" b="1">
                <a:solidFill>
                  <a:srgbClr val="34383E"/>
                </a:solidFill>
                <a:latin typeface="Inter"/>
                <a:ea typeface="Inter"/>
                <a:cs typeface="Inter"/>
              </a:defRPr>
            </a:pPr>
            <a:r>
              <a:rPr sz="1650" b="1">
                <a:solidFill>
                  <a:srgbClr val="34383E"/>
                </a:solidFill>
                <a:latin typeface="Inter"/>
                <a:ea typeface="Inter"/>
                <a:cs typeface="Inter"/>
              </a:rPr>
              <a:t>kernel/</a:t>
            </a:r>
          </a:p>
        </p:txBody>
      </p:sp>
      <p:sp>
        <p:nvSpPr>
          <p:cNvPr id="49" name="Conceptos mínimos entre contextos">
            <a:extLst xmlns:a="http://schemas.openxmlformats.org/drawingml/2006/main">
              <a:ext uri="{FF2B5EF4-FFF2-40B4-BE49-F238E27FC236}">
                <a16:creationId xmlns:a16="http://schemas.microsoft.com/office/drawing/2014/main" id="{7AAD3505-CC74-4FFF-BF2D-4D6B50814FDA}"/>
              </a:ext>
            </a:extLst>
          </p:cNvPr>
          <p:cNvSpPr>
            <a:spLocks xmlns:a="http://schemas.openxmlformats.org/drawingml/2006/main" noGrp="1"/>
          </p:cNvSpPr>
          <p:nvPr/>
        </p:nvSpPr>
        <p:spPr>
          <a:xfrm xmlns:a="http://schemas.openxmlformats.org/drawingml/2006/main">
            <a:off x="8210550" y="4238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6569"/>
                </a:solidFill>
                <a:latin typeface="Inter"/>
                <a:ea typeface="Inter"/>
                <a:cs typeface="Inter"/>
              </a:defRPr>
            </a:defPPr>
            <a:lvl1pPr>
              <a:defRPr sz="1350" b="0">
                <a:solidFill>
                  <a:srgbClr val="636569"/>
                </a:solidFill>
                <a:latin typeface="Inter"/>
                <a:ea typeface="Inter"/>
                <a:cs typeface="Inter"/>
              </a:defRPr>
            </a:lvl1pPr>
            <a:lvl2pPr>
              <a:defRPr sz="1350" b="0">
                <a:solidFill>
                  <a:srgbClr val="636569"/>
                </a:solidFill>
                <a:latin typeface="Inter"/>
                <a:ea typeface="Inter"/>
                <a:cs typeface="Inter"/>
              </a:defRPr>
            </a:lvl2pPr>
            <a:lvl3pPr>
              <a:defRPr sz="1350" b="0">
                <a:solidFill>
                  <a:srgbClr val="636569"/>
                </a:solidFill>
                <a:latin typeface="Inter"/>
                <a:ea typeface="Inter"/>
                <a:cs typeface="Inter"/>
              </a:defRPr>
            </a:lvl3pPr>
            <a:lvl4pPr>
              <a:defRPr sz="1350" b="0">
                <a:solidFill>
                  <a:srgbClr val="636569"/>
                </a:solidFill>
                <a:latin typeface="Inter"/>
                <a:ea typeface="Inter"/>
                <a:cs typeface="Inter"/>
              </a:defRPr>
            </a:lvl4pPr>
            <a:lvl5pPr>
              <a:defRPr sz="1350" b="0">
                <a:solidFill>
                  <a:srgbClr val="636569"/>
                </a:solidFill>
                <a:latin typeface="Inter"/>
                <a:ea typeface="Inter"/>
                <a:cs typeface="Inter"/>
              </a:defRPr>
            </a:lvl5pPr>
            <a:lvl6pPr>
              <a:defRPr sz="1350" b="0">
                <a:solidFill>
                  <a:srgbClr val="636569"/>
                </a:solidFill>
                <a:latin typeface="Inter"/>
                <a:ea typeface="Inter"/>
                <a:cs typeface="Inter"/>
              </a:defRPr>
            </a:lvl6pPr>
            <a:lvl7pPr>
              <a:defRPr sz="1350" b="0">
                <a:solidFill>
                  <a:srgbClr val="636569"/>
                </a:solidFill>
                <a:latin typeface="Inter"/>
                <a:ea typeface="Inter"/>
                <a:cs typeface="Inter"/>
              </a:defRPr>
            </a:lvl7pPr>
            <a:lvl8pPr>
              <a:defRPr sz="1350" b="0">
                <a:solidFill>
                  <a:srgbClr val="636569"/>
                </a:solidFill>
                <a:latin typeface="Inter"/>
                <a:ea typeface="Inter"/>
                <a:cs typeface="Inter"/>
              </a:defRPr>
            </a:lvl8pPr>
            <a:lvl9pPr>
              <a:defRPr sz="1350" b="0">
                <a:solidFill>
                  <a:srgbClr val="636569"/>
                </a:solidFill>
                <a:latin typeface="Inter"/>
                <a:ea typeface="Inter"/>
                <a:cs typeface="Inter"/>
              </a:defRPr>
            </a:lvl9pPr>
          </a:lstStyle>
          <a:p xmlns:a="http://schemas.openxmlformats.org/drawingml/2006/main">
            <a:pPr>
              <a:defRPr sz="1350" b="0">
                <a:solidFill>
                  <a:srgbClr val="636569"/>
                </a:solidFill>
                <a:latin typeface="Inter"/>
                <a:ea typeface="Inter"/>
                <a:cs typeface="Inter"/>
              </a:defRPr>
            </a:pPr>
            <a:r>
              <a:rPr sz="1350" b="0">
                <a:solidFill>
                  <a:srgbClr val="636569"/>
                </a:solidFill>
                <a:latin typeface="Inter"/>
                <a:ea typeface="Inter"/>
                <a:cs typeface="Inter"/>
              </a:rPr>
              <a:t>Conceptos mínimos entre contextos</a:t>
            </a:r>
          </a:p>
        </p:txBody>
      </p:sp>
      <p:sp>
        <p:nvSpPr>
          <p:cNvPr id="50" name="contracts/">
            <a:extLst xmlns:a="http://schemas.openxmlformats.org/drawingml/2006/main">
              <a:ext uri="{FF2B5EF4-FFF2-40B4-BE49-F238E27FC236}">
                <a16:creationId xmlns:a16="http://schemas.microsoft.com/office/drawing/2014/main" id="{5CFCF485-6378-441A-8660-A35A7AB7EDCC}"/>
              </a:ext>
            </a:extLst>
          </p:cNvPr>
          <p:cNvSpPr>
            <a:spLocks xmlns:a="http://schemas.openxmlformats.org/drawingml/2006/main" noGrp="1"/>
          </p:cNvSpPr>
          <p:nvPr/>
        </p:nvSpPr>
        <p:spPr>
          <a:xfrm xmlns:a="http://schemas.openxmlformats.org/drawingml/2006/main">
            <a:off x="8210550" y="454342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4383E"/>
                </a:solidFill>
                <a:latin typeface="Inter"/>
                <a:ea typeface="Inter"/>
                <a:cs typeface="Inter"/>
              </a:defRPr>
            </a:defPPr>
            <a:lvl1pPr>
              <a:defRPr sz="1650" b="1">
                <a:solidFill>
                  <a:srgbClr val="34383E"/>
                </a:solidFill>
                <a:latin typeface="Inter"/>
                <a:ea typeface="Inter"/>
                <a:cs typeface="Inter"/>
              </a:defRPr>
            </a:lvl1pPr>
            <a:lvl2pPr>
              <a:defRPr sz="1650" b="1">
                <a:solidFill>
                  <a:srgbClr val="34383E"/>
                </a:solidFill>
                <a:latin typeface="Inter"/>
                <a:ea typeface="Inter"/>
                <a:cs typeface="Inter"/>
              </a:defRPr>
            </a:lvl2pPr>
            <a:lvl3pPr>
              <a:defRPr sz="1650" b="1">
                <a:solidFill>
                  <a:srgbClr val="34383E"/>
                </a:solidFill>
                <a:latin typeface="Inter"/>
                <a:ea typeface="Inter"/>
                <a:cs typeface="Inter"/>
              </a:defRPr>
            </a:lvl3pPr>
            <a:lvl4pPr>
              <a:defRPr sz="1650" b="1">
                <a:solidFill>
                  <a:srgbClr val="34383E"/>
                </a:solidFill>
                <a:latin typeface="Inter"/>
                <a:ea typeface="Inter"/>
                <a:cs typeface="Inter"/>
              </a:defRPr>
            </a:lvl4pPr>
            <a:lvl5pPr>
              <a:defRPr sz="1650" b="1">
                <a:solidFill>
                  <a:srgbClr val="34383E"/>
                </a:solidFill>
                <a:latin typeface="Inter"/>
                <a:ea typeface="Inter"/>
                <a:cs typeface="Inter"/>
              </a:defRPr>
            </a:lvl5pPr>
            <a:lvl6pPr>
              <a:defRPr sz="1650" b="1">
                <a:solidFill>
                  <a:srgbClr val="34383E"/>
                </a:solidFill>
                <a:latin typeface="Inter"/>
                <a:ea typeface="Inter"/>
                <a:cs typeface="Inter"/>
              </a:defRPr>
            </a:lvl6pPr>
            <a:lvl7pPr>
              <a:defRPr sz="1650" b="1">
                <a:solidFill>
                  <a:srgbClr val="34383E"/>
                </a:solidFill>
                <a:latin typeface="Inter"/>
                <a:ea typeface="Inter"/>
                <a:cs typeface="Inter"/>
              </a:defRPr>
            </a:lvl7pPr>
            <a:lvl8pPr>
              <a:defRPr sz="1650" b="1">
                <a:solidFill>
                  <a:srgbClr val="34383E"/>
                </a:solidFill>
                <a:latin typeface="Inter"/>
                <a:ea typeface="Inter"/>
                <a:cs typeface="Inter"/>
              </a:defRPr>
            </a:lvl8pPr>
            <a:lvl9pPr>
              <a:defRPr sz="1650" b="1">
                <a:solidFill>
                  <a:srgbClr val="34383E"/>
                </a:solidFill>
                <a:latin typeface="Inter"/>
                <a:ea typeface="Inter"/>
                <a:cs typeface="Inter"/>
              </a:defRPr>
            </a:lvl9pPr>
          </a:lstStyle>
          <a:p xmlns:a="http://schemas.openxmlformats.org/drawingml/2006/main">
            <a:pPr>
              <a:defRPr sz="1650" b="1">
                <a:solidFill>
                  <a:srgbClr val="34383E"/>
                </a:solidFill>
                <a:latin typeface="Inter"/>
                <a:ea typeface="Inter"/>
                <a:cs typeface="Inter"/>
              </a:defRPr>
            </a:pPr>
            <a:r>
              <a:rPr sz="1650" b="1">
                <a:solidFill>
                  <a:srgbClr val="34383E"/>
                </a:solidFill>
                <a:latin typeface="Inter"/>
                <a:ea typeface="Inter"/>
                <a:cs typeface="Inter"/>
              </a:rPr>
              <a:t>contracts/</a:t>
            </a:r>
          </a:p>
        </p:txBody>
      </p:sp>
      <p:sp>
        <p:nvSpPr>
          <p:cNvPr id="51" name="Sobres y metadatos de intercambio">
            <a:extLst xmlns:a="http://schemas.openxmlformats.org/drawingml/2006/main">
              <a:ext uri="{FF2B5EF4-FFF2-40B4-BE49-F238E27FC236}">
                <a16:creationId xmlns:a16="http://schemas.microsoft.com/office/drawing/2014/main" id="{99F2D8C6-7D2A-4FE9-8D8A-C05F59FC6D93}"/>
              </a:ext>
            </a:extLst>
          </p:cNvPr>
          <p:cNvSpPr>
            <a:spLocks xmlns:a="http://schemas.openxmlformats.org/drawingml/2006/main" noGrp="1"/>
          </p:cNvSpPr>
          <p:nvPr/>
        </p:nvSpPr>
        <p:spPr>
          <a:xfrm xmlns:a="http://schemas.openxmlformats.org/drawingml/2006/main">
            <a:off x="8210550" y="48291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6569"/>
                </a:solidFill>
                <a:latin typeface="Inter"/>
                <a:ea typeface="Inter"/>
                <a:cs typeface="Inter"/>
              </a:defRPr>
            </a:defPPr>
            <a:lvl1pPr>
              <a:defRPr sz="1350" b="0">
                <a:solidFill>
                  <a:srgbClr val="636569"/>
                </a:solidFill>
                <a:latin typeface="Inter"/>
                <a:ea typeface="Inter"/>
                <a:cs typeface="Inter"/>
              </a:defRPr>
            </a:lvl1pPr>
            <a:lvl2pPr>
              <a:defRPr sz="1350" b="0">
                <a:solidFill>
                  <a:srgbClr val="636569"/>
                </a:solidFill>
                <a:latin typeface="Inter"/>
                <a:ea typeface="Inter"/>
                <a:cs typeface="Inter"/>
              </a:defRPr>
            </a:lvl2pPr>
            <a:lvl3pPr>
              <a:defRPr sz="1350" b="0">
                <a:solidFill>
                  <a:srgbClr val="636569"/>
                </a:solidFill>
                <a:latin typeface="Inter"/>
                <a:ea typeface="Inter"/>
                <a:cs typeface="Inter"/>
              </a:defRPr>
            </a:lvl3pPr>
            <a:lvl4pPr>
              <a:defRPr sz="1350" b="0">
                <a:solidFill>
                  <a:srgbClr val="636569"/>
                </a:solidFill>
                <a:latin typeface="Inter"/>
                <a:ea typeface="Inter"/>
                <a:cs typeface="Inter"/>
              </a:defRPr>
            </a:lvl4pPr>
            <a:lvl5pPr>
              <a:defRPr sz="1350" b="0">
                <a:solidFill>
                  <a:srgbClr val="636569"/>
                </a:solidFill>
                <a:latin typeface="Inter"/>
                <a:ea typeface="Inter"/>
                <a:cs typeface="Inter"/>
              </a:defRPr>
            </a:lvl5pPr>
            <a:lvl6pPr>
              <a:defRPr sz="1350" b="0">
                <a:solidFill>
                  <a:srgbClr val="636569"/>
                </a:solidFill>
                <a:latin typeface="Inter"/>
                <a:ea typeface="Inter"/>
                <a:cs typeface="Inter"/>
              </a:defRPr>
            </a:lvl6pPr>
            <a:lvl7pPr>
              <a:defRPr sz="1350" b="0">
                <a:solidFill>
                  <a:srgbClr val="636569"/>
                </a:solidFill>
                <a:latin typeface="Inter"/>
                <a:ea typeface="Inter"/>
                <a:cs typeface="Inter"/>
              </a:defRPr>
            </a:lvl7pPr>
            <a:lvl8pPr>
              <a:defRPr sz="1350" b="0">
                <a:solidFill>
                  <a:srgbClr val="636569"/>
                </a:solidFill>
                <a:latin typeface="Inter"/>
                <a:ea typeface="Inter"/>
                <a:cs typeface="Inter"/>
              </a:defRPr>
            </a:lvl8pPr>
            <a:lvl9pPr>
              <a:defRPr sz="1350" b="0">
                <a:solidFill>
                  <a:srgbClr val="636569"/>
                </a:solidFill>
                <a:latin typeface="Inter"/>
                <a:ea typeface="Inter"/>
                <a:cs typeface="Inter"/>
              </a:defRPr>
            </a:lvl9pPr>
          </a:lstStyle>
          <a:p xmlns:a="http://schemas.openxmlformats.org/drawingml/2006/main">
            <a:pPr>
              <a:defRPr sz="1350" b="0">
                <a:solidFill>
                  <a:srgbClr val="636569"/>
                </a:solidFill>
                <a:latin typeface="Inter"/>
                <a:ea typeface="Inter"/>
                <a:cs typeface="Inter"/>
              </a:defRPr>
            </a:pPr>
            <a:r>
              <a:rPr sz="1350" b="0">
                <a:solidFill>
                  <a:srgbClr val="636569"/>
                </a:solidFill>
                <a:latin typeface="Inter"/>
                <a:ea typeface="Inter"/>
                <a:cs typeface="Inter"/>
              </a:rPr>
              <a:t>Sobres y metadatos de intercambio</a:t>
            </a:r>
          </a:p>
        </p:txBody>
      </p:sp>
      <p:sp>
        <p:nvSpPr>
          <p:cNvPr id="52" name="testing/">
            <a:extLst xmlns:a="http://schemas.openxmlformats.org/drawingml/2006/main">
              <a:ext uri="{FF2B5EF4-FFF2-40B4-BE49-F238E27FC236}">
                <a16:creationId xmlns:a16="http://schemas.microsoft.com/office/drawing/2014/main" id="{449C1144-CA9E-480F-8962-5651A460C388}"/>
              </a:ext>
            </a:extLst>
          </p:cNvPr>
          <p:cNvSpPr>
            <a:spLocks xmlns:a="http://schemas.openxmlformats.org/drawingml/2006/main" noGrp="1"/>
          </p:cNvSpPr>
          <p:nvPr/>
        </p:nvSpPr>
        <p:spPr>
          <a:xfrm xmlns:a="http://schemas.openxmlformats.org/drawingml/2006/main">
            <a:off x="8210550" y="513397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4383E"/>
                </a:solidFill>
                <a:latin typeface="Inter"/>
                <a:ea typeface="Inter"/>
                <a:cs typeface="Inter"/>
              </a:defRPr>
            </a:defPPr>
            <a:lvl1pPr>
              <a:defRPr sz="1650" b="1">
                <a:solidFill>
                  <a:srgbClr val="34383E"/>
                </a:solidFill>
                <a:latin typeface="Inter"/>
                <a:ea typeface="Inter"/>
                <a:cs typeface="Inter"/>
              </a:defRPr>
            </a:lvl1pPr>
            <a:lvl2pPr>
              <a:defRPr sz="1650" b="1">
                <a:solidFill>
                  <a:srgbClr val="34383E"/>
                </a:solidFill>
                <a:latin typeface="Inter"/>
                <a:ea typeface="Inter"/>
                <a:cs typeface="Inter"/>
              </a:defRPr>
            </a:lvl2pPr>
            <a:lvl3pPr>
              <a:defRPr sz="1650" b="1">
                <a:solidFill>
                  <a:srgbClr val="34383E"/>
                </a:solidFill>
                <a:latin typeface="Inter"/>
                <a:ea typeface="Inter"/>
                <a:cs typeface="Inter"/>
              </a:defRPr>
            </a:lvl3pPr>
            <a:lvl4pPr>
              <a:defRPr sz="1650" b="1">
                <a:solidFill>
                  <a:srgbClr val="34383E"/>
                </a:solidFill>
                <a:latin typeface="Inter"/>
                <a:ea typeface="Inter"/>
                <a:cs typeface="Inter"/>
              </a:defRPr>
            </a:lvl4pPr>
            <a:lvl5pPr>
              <a:defRPr sz="1650" b="1">
                <a:solidFill>
                  <a:srgbClr val="34383E"/>
                </a:solidFill>
                <a:latin typeface="Inter"/>
                <a:ea typeface="Inter"/>
                <a:cs typeface="Inter"/>
              </a:defRPr>
            </a:lvl5pPr>
            <a:lvl6pPr>
              <a:defRPr sz="1650" b="1">
                <a:solidFill>
                  <a:srgbClr val="34383E"/>
                </a:solidFill>
                <a:latin typeface="Inter"/>
                <a:ea typeface="Inter"/>
                <a:cs typeface="Inter"/>
              </a:defRPr>
            </a:lvl6pPr>
            <a:lvl7pPr>
              <a:defRPr sz="1650" b="1">
                <a:solidFill>
                  <a:srgbClr val="34383E"/>
                </a:solidFill>
                <a:latin typeface="Inter"/>
                <a:ea typeface="Inter"/>
                <a:cs typeface="Inter"/>
              </a:defRPr>
            </a:lvl7pPr>
            <a:lvl8pPr>
              <a:defRPr sz="1650" b="1">
                <a:solidFill>
                  <a:srgbClr val="34383E"/>
                </a:solidFill>
                <a:latin typeface="Inter"/>
                <a:ea typeface="Inter"/>
                <a:cs typeface="Inter"/>
              </a:defRPr>
            </a:lvl8pPr>
            <a:lvl9pPr>
              <a:defRPr sz="1650" b="1">
                <a:solidFill>
                  <a:srgbClr val="34383E"/>
                </a:solidFill>
                <a:latin typeface="Inter"/>
                <a:ea typeface="Inter"/>
                <a:cs typeface="Inter"/>
              </a:defRPr>
            </a:lvl9pPr>
          </a:lstStyle>
          <a:p xmlns:a="http://schemas.openxmlformats.org/drawingml/2006/main">
            <a:pPr>
              <a:defRPr sz="1650" b="1">
                <a:solidFill>
                  <a:srgbClr val="34383E"/>
                </a:solidFill>
                <a:latin typeface="Inter"/>
                <a:ea typeface="Inter"/>
                <a:cs typeface="Inter"/>
              </a:defRPr>
            </a:pPr>
            <a:r>
              <a:rPr sz="1650" b="1">
                <a:solidFill>
                  <a:srgbClr val="34383E"/>
                </a:solidFill>
                <a:latin typeface="Inter"/>
                <a:ea typeface="Inter"/>
                <a:cs typeface="Inter"/>
              </a:rPr>
              <a:t>testing/</a:t>
            </a:r>
          </a:p>
        </p:txBody>
      </p:sp>
      <p:sp>
        <p:nvSpPr>
          <p:cNvPr id="53" name="Soporte técnico de pruebas">
            <a:extLst xmlns:a="http://schemas.openxmlformats.org/drawingml/2006/main">
              <a:ext uri="{FF2B5EF4-FFF2-40B4-BE49-F238E27FC236}">
                <a16:creationId xmlns:a16="http://schemas.microsoft.com/office/drawing/2014/main" id="{04A9C227-4B0A-4452-B112-4FDCA3200545}"/>
              </a:ext>
            </a:extLst>
          </p:cNvPr>
          <p:cNvSpPr>
            <a:spLocks xmlns:a="http://schemas.openxmlformats.org/drawingml/2006/main" noGrp="1"/>
          </p:cNvSpPr>
          <p:nvPr/>
        </p:nvSpPr>
        <p:spPr>
          <a:xfrm xmlns:a="http://schemas.openxmlformats.org/drawingml/2006/main">
            <a:off x="8210550" y="54197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6569"/>
                </a:solidFill>
                <a:latin typeface="Inter"/>
                <a:ea typeface="Inter"/>
                <a:cs typeface="Inter"/>
              </a:defRPr>
            </a:defPPr>
            <a:lvl1pPr>
              <a:defRPr sz="1350" b="0">
                <a:solidFill>
                  <a:srgbClr val="636569"/>
                </a:solidFill>
                <a:latin typeface="Inter"/>
                <a:ea typeface="Inter"/>
                <a:cs typeface="Inter"/>
              </a:defRPr>
            </a:lvl1pPr>
            <a:lvl2pPr>
              <a:defRPr sz="1350" b="0">
                <a:solidFill>
                  <a:srgbClr val="636569"/>
                </a:solidFill>
                <a:latin typeface="Inter"/>
                <a:ea typeface="Inter"/>
                <a:cs typeface="Inter"/>
              </a:defRPr>
            </a:lvl2pPr>
            <a:lvl3pPr>
              <a:defRPr sz="1350" b="0">
                <a:solidFill>
                  <a:srgbClr val="636569"/>
                </a:solidFill>
                <a:latin typeface="Inter"/>
                <a:ea typeface="Inter"/>
                <a:cs typeface="Inter"/>
              </a:defRPr>
            </a:lvl3pPr>
            <a:lvl4pPr>
              <a:defRPr sz="1350" b="0">
                <a:solidFill>
                  <a:srgbClr val="636569"/>
                </a:solidFill>
                <a:latin typeface="Inter"/>
                <a:ea typeface="Inter"/>
                <a:cs typeface="Inter"/>
              </a:defRPr>
            </a:lvl4pPr>
            <a:lvl5pPr>
              <a:defRPr sz="1350" b="0">
                <a:solidFill>
                  <a:srgbClr val="636569"/>
                </a:solidFill>
                <a:latin typeface="Inter"/>
                <a:ea typeface="Inter"/>
                <a:cs typeface="Inter"/>
              </a:defRPr>
            </a:lvl5pPr>
            <a:lvl6pPr>
              <a:defRPr sz="1350" b="0">
                <a:solidFill>
                  <a:srgbClr val="636569"/>
                </a:solidFill>
                <a:latin typeface="Inter"/>
                <a:ea typeface="Inter"/>
                <a:cs typeface="Inter"/>
              </a:defRPr>
            </a:lvl6pPr>
            <a:lvl7pPr>
              <a:defRPr sz="1350" b="0">
                <a:solidFill>
                  <a:srgbClr val="636569"/>
                </a:solidFill>
                <a:latin typeface="Inter"/>
                <a:ea typeface="Inter"/>
                <a:cs typeface="Inter"/>
              </a:defRPr>
            </a:lvl7pPr>
            <a:lvl8pPr>
              <a:defRPr sz="1350" b="0">
                <a:solidFill>
                  <a:srgbClr val="636569"/>
                </a:solidFill>
                <a:latin typeface="Inter"/>
                <a:ea typeface="Inter"/>
                <a:cs typeface="Inter"/>
              </a:defRPr>
            </a:lvl8pPr>
            <a:lvl9pPr>
              <a:defRPr sz="1350" b="0">
                <a:solidFill>
                  <a:srgbClr val="636569"/>
                </a:solidFill>
                <a:latin typeface="Inter"/>
                <a:ea typeface="Inter"/>
                <a:cs typeface="Inter"/>
              </a:defRPr>
            </a:lvl9pPr>
          </a:lstStyle>
          <a:p xmlns:a="http://schemas.openxmlformats.org/drawingml/2006/main">
            <a:pPr>
              <a:defRPr sz="1350" b="0">
                <a:solidFill>
                  <a:srgbClr val="636569"/>
                </a:solidFill>
                <a:latin typeface="Inter"/>
                <a:ea typeface="Inter"/>
                <a:cs typeface="Inter"/>
              </a:defRPr>
            </a:pPr>
            <a:r>
              <a:rPr sz="1350" b="0">
                <a:solidFill>
                  <a:srgbClr val="636569"/>
                </a:solidFill>
                <a:latin typeface="Inter"/>
                <a:ea typeface="Inter"/>
                <a:cs typeface="Inter"/>
              </a:rPr>
              <a:t>Soporte técnico de pruebas</a:t>
            </a:r>
          </a:p>
        </p:txBody>
      </p:sp>
      <p:sp>
        <p:nvSpPr>
          <p:cNvPr id="54" name="">
            <a:extLst xmlns:a="http://schemas.openxmlformats.org/drawingml/2006/main">
              <a:ext uri="{FF2B5EF4-FFF2-40B4-BE49-F238E27FC236}">
                <a16:creationId xmlns:a16="http://schemas.microsoft.com/office/drawing/2014/main" id="{F7A09B62-D92D-4A26-B848-874738BE6B9C}"/>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5" name="Apps de sucursal ya renombradas. Shared y E2E: tra">
            <a:extLst xmlns:a="http://schemas.openxmlformats.org/drawingml/2006/main">
              <a:ext uri="{FF2B5EF4-FFF2-40B4-BE49-F238E27FC236}">
                <a16:creationId xmlns:a16="http://schemas.microsoft.com/office/drawing/2014/main" id="{9D9D3028-EAC3-4D04-84DF-2CF7B3FD8E0E}"/>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Apps de sucursal ya renombradas. Shared y E2E: traslado pendiente. Testing: por incorporar.</a:t>
            </a:r>
          </a:p>
        </p:txBody>
      </p:sp>
    </p:spTree>
    <p:extLst>
      <p:ext uri="{BB962C8B-B14F-4D97-AF65-F5344CB8AC3E}">
        <p14:creationId xmlns:p14="http://schemas.microsoft.com/office/powerpoint/2010/main" val="12474439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6" name="">
            <a:extLst xmlns:a="http://schemas.openxmlformats.org/drawingml/2006/main">
              <a:ext uri="{FF2B5EF4-FFF2-40B4-BE49-F238E27FC236}">
                <a16:creationId xmlns:a16="http://schemas.microsoft.com/office/drawing/2014/main" id="{A47568A8-68F4-47CC-9631-A008442CC0A9}"/>
              </a:ext>
            </a:extLst>
          </p:cNvPr>
          <p:cNvPicPr>
            <a:picLocks xmlns:a="http://schemas.openxmlformats.org/drawingml/2006/main" noChangeAspect="1"/>
          </p:cNvPicPr>
          <p:nvPr/>
        </p:nvPicPr>
        <p:blipFill>
          <a:blip xmlns:r="http://schemas.openxmlformats.org/officeDocument/2006/relationships" xmlns:a="http://schemas.openxmlformats.org/drawingml/2006/main" r:embed="R59f153771076427b">
            <a:extLst>
              <a:ext uri="{96DAC541-7B7A-43D3-8B79-37D633B846F1}">
                <asvg:svgBlip xmlns:asvg="http://schemas.microsoft.com/office/drawing/2016/SVG/main" r:embed="Rf89dec4d786d4823"/>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DETALLE DEL MONOREPO">
            <a:extLst xmlns:a="http://schemas.openxmlformats.org/drawingml/2006/main">
              <a:ext uri="{FF2B5EF4-FFF2-40B4-BE49-F238E27FC236}">
                <a16:creationId xmlns:a16="http://schemas.microsoft.com/office/drawing/2014/main" id="{4F445041-7299-4439-8440-186DDE78B1E4}"/>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DETALLE DEL MONOREPO</a:t>
            </a:r>
          </a:p>
        </p:txBody>
      </p:sp>
      <p:sp>
        <p:nvSpPr>
          <p:cNvPr id="3" name="Responsabilidad de las bibliotecas">
            <a:extLst xmlns:a="http://schemas.openxmlformats.org/drawingml/2006/main">
              <a:ext uri="{FF2B5EF4-FFF2-40B4-BE49-F238E27FC236}">
                <a16:creationId xmlns:a16="http://schemas.microsoft.com/office/drawing/2014/main" id="{B1B4CA7C-F94E-408F-8E72-57A8902C6E84}"/>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Responsabilidad de las bibliotecas</a:t>
            </a:r>
          </a:p>
        </p:txBody>
      </p:sp>
      <p:sp>
        <p:nvSpPr>
          <p:cNvPr id="4" name="">
            <a:extLst xmlns:a="http://schemas.openxmlformats.org/drawingml/2006/main">
              <a:ext uri="{FF2B5EF4-FFF2-40B4-BE49-F238E27FC236}">
                <a16:creationId xmlns:a16="http://schemas.microsoft.com/office/drawing/2014/main" id="{9C704DBF-72E2-45B4-AEDA-52554A868692}"/>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64BB36D3-47DC-4C36-8B0A-46A4ECBA1861}"/>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5 / 16">
            <a:extLst xmlns:a="http://schemas.openxmlformats.org/drawingml/2006/main">
              <a:ext uri="{FF2B5EF4-FFF2-40B4-BE49-F238E27FC236}">
                <a16:creationId xmlns:a16="http://schemas.microsoft.com/office/drawing/2014/main" id="{2B1D3AF9-866B-43FF-B4BF-C93E4C0879B8}"/>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05 / 16</a:t>
            </a:r>
          </a:p>
        </p:txBody>
      </p:sp>
      <p:sp>
        <p:nvSpPr>
          <p:cNvPr id="7" name="">
            <a:extLst xmlns:a="http://schemas.openxmlformats.org/drawingml/2006/main">
              <a:ext uri="{FF2B5EF4-FFF2-40B4-BE49-F238E27FC236}">
                <a16:creationId xmlns:a16="http://schemas.microsoft.com/office/drawing/2014/main" id="{821AFB22-21FA-452A-838E-8F82AA3620C5}"/>
              </a:ext>
            </a:extLst>
          </p:cNvPr>
          <p:cNvSpPr>
            <a:spLocks xmlns:a="http://schemas.openxmlformats.org/drawingml/2006/main" noGrp="1"/>
          </p:cNvSpPr>
          <p:nvPr/>
        </p:nvSpPr>
        <p:spPr>
          <a:xfrm xmlns:a="http://schemas.openxmlformats.org/drawingml/2006/main">
            <a:off x="609600" y="2219325"/>
            <a:ext cx="52959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8" name="libs/shared/backend/">
            <a:extLst xmlns:a="http://schemas.openxmlformats.org/drawingml/2006/main">
              <a:ext uri="{FF2B5EF4-FFF2-40B4-BE49-F238E27FC236}">
                <a16:creationId xmlns:a16="http://schemas.microsoft.com/office/drawing/2014/main" id="{8C663C46-F8C0-4A26-84AC-6330D7763C07}"/>
              </a:ext>
            </a:extLst>
          </p:cNvPr>
          <p:cNvSpPr>
            <a:spLocks xmlns:a="http://schemas.openxmlformats.org/drawingml/2006/main" noGrp="1"/>
          </p:cNvSpPr>
          <p:nvPr/>
        </p:nvSpPr>
        <p:spPr>
          <a:xfrm xmlns:a="http://schemas.openxmlformats.org/drawingml/2006/main">
            <a:off x="762000" y="2286000"/>
            <a:ext cx="499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libs/shared/backend/</a:t>
            </a:r>
          </a:p>
        </p:txBody>
      </p:sp>
      <p:sp>
        <p:nvSpPr>
          <p:cNvPr id="9" name="">
            <a:extLst xmlns:a="http://schemas.openxmlformats.org/drawingml/2006/main">
              <a:ext uri="{FF2B5EF4-FFF2-40B4-BE49-F238E27FC236}">
                <a16:creationId xmlns:a16="http://schemas.microsoft.com/office/drawing/2014/main" id="{375A4DA9-D317-4A13-AAA5-47A9AE0F5289}"/>
              </a:ext>
            </a:extLst>
          </p:cNvPr>
          <p:cNvSpPr>
            <a:spLocks xmlns:a="http://schemas.openxmlformats.org/drawingml/2006/main" noGrp="1"/>
          </p:cNvSpPr>
          <p:nvPr/>
        </p:nvSpPr>
        <p:spPr>
          <a:xfrm xmlns:a="http://schemas.openxmlformats.org/drawingml/2006/main">
            <a:off x="6286500" y="2219325"/>
            <a:ext cx="52959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0" name="Bibliotecas fuera de shared/">
            <a:extLst xmlns:a="http://schemas.openxmlformats.org/drawingml/2006/main">
              <a:ext uri="{FF2B5EF4-FFF2-40B4-BE49-F238E27FC236}">
                <a16:creationId xmlns:a16="http://schemas.microsoft.com/office/drawing/2014/main" id="{C51AADDA-0B66-44F7-86F2-AD3B111CDEB1}"/>
              </a:ext>
            </a:extLst>
          </p:cNvPr>
          <p:cNvSpPr>
            <a:spLocks xmlns:a="http://schemas.openxmlformats.org/drawingml/2006/main" noGrp="1"/>
          </p:cNvSpPr>
          <p:nvPr/>
        </p:nvSpPr>
        <p:spPr>
          <a:xfrm xmlns:a="http://schemas.openxmlformats.org/drawingml/2006/main">
            <a:off x="6438900" y="2286000"/>
            <a:ext cx="499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Bibliotecas fuera de shared/</a:t>
            </a:r>
          </a:p>
        </p:txBody>
      </p:sp>
      <p:sp>
        <p:nvSpPr>
          <p:cNvPr id="11" name="">
            <a:extLst xmlns:a="http://schemas.openxmlformats.org/drawingml/2006/main">
              <a:ext uri="{FF2B5EF4-FFF2-40B4-BE49-F238E27FC236}">
                <a16:creationId xmlns:a16="http://schemas.microsoft.com/office/drawing/2014/main" id="{425F2893-1EB5-48BD-8256-2C5F39E7CCE1}"/>
              </a:ext>
            </a:extLst>
          </p:cNvPr>
          <p:cNvSpPr>
            <a:spLocks xmlns:a="http://schemas.openxmlformats.org/drawingml/2006/main" noGrp="1"/>
          </p:cNvSpPr>
          <p:nvPr/>
        </p:nvSpPr>
        <p:spPr>
          <a:xfrm xmlns:a="http://schemas.openxmlformats.org/drawingml/2006/main">
            <a:off x="609600" y="2771775"/>
            <a:ext cx="5295900" cy="428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2" name="bootstrap/">
            <a:extLst xmlns:a="http://schemas.openxmlformats.org/drawingml/2006/main">
              <a:ext uri="{FF2B5EF4-FFF2-40B4-BE49-F238E27FC236}">
                <a16:creationId xmlns:a16="http://schemas.microsoft.com/office/drawing/2014/main" id="{87FC9DF2-ABEC-4F00-B58B-29E7F88FC070}"/>
              </a:ext>
            </a:extLst>
          </p:cNvPr>
          <p:cNvSpPr>
            <a:spLocks xmlns:a="http://schemas.openxmlformats.org/drawingml/2006/main" noGrp="1"/>
          </p:cNvSpPr>
          <p:nvPr/>
        </p:nvSpPr>
        <p:spPr>
          <a:xfrm xmlns:a="http://schemas.openxmlformats.org/drawingml/2006/main">
            <a:off x="723900" y="2857500"/>
            <a:ext cx="1743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bootstrap/</a:t>
            </a:r>
          </a:p>
        </p:txBody>
      </p:sp>
      <p:sp>
        <p:nvSpPr>
          <p:cNvPr id="13" name="Creación, arranque y cierre del proceso">
            <a:extLst xmlns:a="http://schemas.openxmlformats.org/drawingml/2006/main">
              <a:ext uri="{FF2B5EF4-FFF2-40B4-BE49-F238E27FC236}">
                <a16:creationId xmlns:a16="http://schemas.microsoft.com/office/drawing/2014/main" id="{8040C3E3-A590-4B63-B850-3887C2FC5014}"/>
              </a:ext>
            </a:extLst>
          </p:cNvPr>
          <p:cNvSpPr>
            <a:spLocks xmlns:a="http://schemas.openxmlformats.org/drawingml/2006/main" noGrp="1"/>
          </p:cNvSpPr>
          <p:nvPr/>
        </p:nvSpPr>
        <p:spPr>
          <a:xfrm xmlns:a="http://schemas.openxmlformats.org/drawingml/2006/main">
            <a:off x="2505075" y="2867025"/>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Creación, arranque y cierre del proceso</a:t>
            </a:r>
          </a:p>
        </p:txBody>
      </p:sp>
      <p:sp>
        <p:nvSpPr>
          <p:cNvPr id="14" name="">
            <a:extLst xmlns:a="http://schemas.openxmlformats.org/drawingml/2006/main">
              <a:ext uri="{FF2B5EF4-FFF2-40B4-BE49-F238E27FC236}">
                <a16:creationId xmlns:a16="http://schemas.microsoft.com/office/drawing/2014/main" id="{4DCA5741-E180-4587-BB18-A16DBA5D516D}"/>
              </a:ext>
            </a:extLst>
          </p:cNvPr>
          <p:cNvSpPr>
            <a:spLocks xmlns:a="http://schemas.openxmlformats.org/drawingml/2006/main" noGrp="1"/>
          </p:cNvSpPr>
          <p:nvPr/>
        </p:nvSpPr>
        <p:spPr>
          <a:xfrm xmlns:a="http://schemas.openxmlformats.org/drawingml/2006/main">
            <a:off x="609600" y="3257550"/>
            <a:ext cx="5295900" cy="428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5" name="config/">
            <a:extLst xmlns:a="http://schemas.openxmlformats.org/drawingml/2006/main">
              <a:ext uri="{FF2B5EF4-FFF2-40B4-BE49-F238E27FC236}">
                <a16:creationId xmlns:a16="http://schemas.microsoft.com/office/drawing/2014/main" id="{427F9AD7-B467-494D-B313-04FCF1514B3A}"/>
              </a:ext>
            </a:extLst>
          </p:cNvPr>
          <p:cNvSpPr>
            <a:spLocks xmlns:a="http://schemas.openxmlformats.org/drawingml/2006/main" noGrp="1"/>
          </p:cNvSpPr>
          <p:nvPr/>
        </p:nvSpPr>
        <p:spPr>
          <a:xfrm xmlns:a="http://schemas.openxmlformats.org/drawingml/2006/main">
            <a:off x="723900" y="3343275"/>
            <a:ext cx="1743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config/</a:t>
            </a:r>
          </a:p>
        </p:txBody>
      </p:sp>
      <p:sp>
        <p:nvSpPr>
          <p:cNvPr id="16" name="Configuración validada e inyectable">
            <a:extLst xmlns:a="http://schemas.openxmlformats.org/drawingml/2006/main">
              <a:ext uri="{FF2B5EF4-FFF2-40B4-BE49-F238E27FC236}">
                <a16:creationId xmlns:a16="http://schemas.microsoft.com/office/drawing/2014/main" id="{9104BEA9-C950-4884-B2F7-5E2EBD0FC38A}"/>
              </a:ext>
            </a:extLst>
          </p:cNvPr>
          <p:cNvSpPr>
            <a:spLocks xmlns:a="http://schemas.openxmlformats.org/drawingml/2006/main" noGrp="1"/>
          </p:cNvSpPr>
          <p:nvPr/>
        </p:nvSpPr>
        <p:spPr>
          <a:xfrm xmlns:a="http://schemas.openxmlformats.org/drawingml/2006/main">
            <a:off x="2505075" y="3352800"/>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Configuración validada e inyectable</a:t>
            </a:r>
          </a:p>
        </p:txBody>
      </p:sp>
      <p:sp>
        <p:nvSpPr>
          <p:cNvPr id="17" name="">
            <a:extLst xmlns:a="http://schemas.openxmlformats.org/drawingml/2006/main">
              <a:ext uri="{FF2B5EF4-FFF2-40B4-BE49-F238E27FC236}">
                <a16:creationId xmlns:a16="http://schemas.microsoft.com/office/drawing/2014/main" id="{0D260DDA-925B-402A-91B4-A13CFFA72B96}"/>
              </a:ext>
            </a:extLst>
          </p:cNvPr>
          <p:cNvSpPr>
            <a:spLocks xmlns:a="http://schemas.openxmlformats.org/drawingml/2006/main" noGrp="1"/>
          </p:cNvSpPr>
          <p:nvPr/>
        </p:nvSpPr>
        <p:spPr>
          <a:xfrm xmlns:a="http://schemas.openxmlformats.org/drawingml/2006/main">
            <a:off x="609600" y="3743325"/>
            <a:ext cx="5295900" cy="428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8" name="http/">
            <a:extLst xmlns:a="http://schemas.openxmlformats.org/drawingml/2006/main">
              <a:ext uri="{FF2B5EF4-FFF2-40B4-BE49-F238E27FC236}">
                <a16:creationId xmlns:a16="http://schemas.microsoft.com/office/drawing/2014/main" id="{4DAC6910-B992-44D2-B1E5-A4B0AB79ADD4}"/>
              </a:ext>
            </a:extLst>
          </p:cNvPr>
          <p:cNvSpPr>
            <a:spLocks xmlns:a="http://schemas.openxmlformats.org/drawingml/2006/main" noGrp="1"/>
          </p:cNvSpPr>
          <p:nvPr/>
        </p:nvSpPr>
        <p:spPr>
          <a:xfrm xmlns:a="http://schemas.openxmlformats.org/drawingml/2006/main">
            <a:off x="723900" y="3829050"/>
            <a:ext cx="1743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http/</a:t>
            </a:r>
          </a:p>
        </p:txBody>
      </p:sp>
      <p:sp>
        <p:nvSpPr>
          <p:cNvPr id="19" name="HTTP, errores y contrato técnico">
            <a:extLst xmlns:a="http://schemas.openxmlformats.org/drawingml/2006/main">
              <a:ext uri="{FF2B5EF4-FFF2-40B4-BE49-F238E27FC236}">
                <a16:creationId xmlns:a16="http://schemas.microsoft.com/office/drawing/2014/main" id="{B9ACC45A-1CAF-4564-B09D-AAF3FC969F97}"/>
              </a:ext>
            </a:extLst>
          </p:cNvPr>
          <p:cNvSpPr>
            <a:spLocks xmlns:a="http://schemas.openxmlformats.org/drawingml/2006/main" noGrp="1"/>
          </p:cNvSpPr>
          <p:nvPr/>
        </p:nvSpPr>
        <p:spPr>
          <a:xfrm xmlns:a="http://schemas.openxmlformats.org/drawingml/2006/main">
            <a:off x="2505075" y="3838575"/>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HTTP, errores y contrato técnico</a:t>
            </a:r>
          </a:p>
        </p:txBody>
      </p:sp>
      <p:sp>
        <p:nvSpPr>
          <p:cNvPr id="20" name="">
            <a:extLst xmlns:a="http://schemas.openxmlformats.org/drawingml/2006/main">
              <a:ext uri="{FF2B5EF4-FFF2-40B4-BE49-F238E27FC236}">
                <a16:creationId xmlns:a16="http://schemas.microsoft.com/office/drawing/2014/main" id="{BA74FE8D-0F65-44FC-9618-F22C68CB133B}"/>
              </a:ext>
            </a:extLst>
          </p:cNvPr>
          <p:cNvSpPr>
            <a:spLocks xmlns:a="http://schemas.openxmlformats.org/drawingml/2006/main" noGrp="1"/>
          </p:cNvSpPr>
          <p:nvPr/>
        </p:nvSpPr>
        <p:spPr>
          <a:xfrm xmlns:a="http://schemas.openxmlformats.org/drawingml/2006/main">
            <a:off x="609600" y="4229100"/>
            <a:ext cx="5295900" cy="428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1" name="observability/">
            <a:extLst xmlns:a="http://schemas.openxmlformats.org/drawingml/2006/main">
              <a:ext uri="{FF2B5EF4-FFF2-40B4-BE49-F238E27FC236}">
                <a16:creationId xmlns:a16="http://schemas.microsoft.com/office/drawing/2014/main" id="{E09B5EF0-E77F-4CEB-B347-E324B4D97C81}"/>
              </a:ext>
            </a:extLst>
          </p:cNvPr>
          <p:cNvSpPr>
            <a:spLocks xmlns:a="http://schemas.openxmlformats.org/drawingml/2006/main" noGrp="1"/>
          </p:cNvSpPr>
          <p:nvPr/>
        </p:nvSpPr>
        <p:spPr>
          <a:xfrm xmlns:a="http://schemas.openxmlformats.org/drawingml/2006/main">
            <a:off x="723900" y="4314825"/>
            <a:ext cx="1743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observability/</a:t>
            </a:r>
          </a:p>
        </p:txBody>
      </p:sp>
      <p:sp>
        <p:nvSpPr>
          <p:cNvPr id="22" name="Pino, correlación y Sentry opcional">
            <a:extLst xmlns:a="http://schemas.openxmlformats.org/drawingml/2006/main">
              <a:ext uri="{FF2B5EF4-FFF2-40B4-BE49-F238E27FC236}">
                <a16:creationId xmlns:a16="http://schemas.microsoft.com/office/drawing/2014/main" id="{27BF1537-64C3-4A46-BEF2-23E68D678547}"/>
              </a:ext>
            </a:extLst>
          </p:cNvPr>
          <p:cNvSpPr>
            <a:spLocks xmlns:a="http://schemas.openxmlformats.org/drawingml/2006/main" noGrp="1"/>
          </p:cNvSpPr>
          <p:nvPr/>
        </p:nvSpPr>
        <p:spPr>
          <a:xfrm xmlns:a="http://schemas.openxmlformats.org/drawingml/2006/main">
            <a:off x="2505075" y="4324350"/>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Pino, correlación y Sentry opcional</a:t>
            </a:r>
          </a:p>
        </p:txBody>
      </p:sp>
      <p:sp>
        <p:nvSpPr>
          <p:cNvPr id="23" name="">
            <a:extLst xmlns:a="http://schemas.openxmlformats.org/drawingml/2006/main">
              <a:ext uri="{FF2B5EF4-FFF2-40B4-BE49-F238E27FC236}">
                <a16:creationId xmlns:a16="http://schemas.microsoft.com/office/drawing/2014/main" id="{0BBA0FA7-EBE5-46B8-90EF-3D3ECFA4AFA6}"/>
              </a:ext>
            </a:extLst>
          </p:cNvPr>
          <p:cNvSpPr>
            <a:spLocks xmlns:a="http://schemas.openxmlformats.org/drawingml/2006/main" noGrp="1"/>
          </p:cNvSpPr>
          <p:nvPr/>
        </p:nvSpPr>
        <p:spPr>
          <a:xfrm xmlns:a="http://schemas.openxmlformats.org/drawingml/2006/main">
            <a:off x="609600" y="4714875"/>
            <a:ext cx="5295900" cy="428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health/">
            <a:extLst xmlns:a="http://schemas.openxmlformats.org/drawingml/2006/main">
              <a:ext uri="{FF2B5EF4-FFF2-40B4-BE49-F238E27FC236}">
                <a16:creationId xmlns:a16="http://schemas.microsoft.com/office/drawing/2014/main" id="{7E6EC0E1-BEBD-451D-B6EC-54CD8391B76F}"/>
              </a:ext>
            </a:extLst>
          </p:cNvPr>
          <p:cNvSpPr>
            <a:spLocks xmlns:a="http://schemas.openxmlformats.org/drawingml/2006/main" noGrp="1"/>
          </p:cNvSpPr>
          <p:nvPr/>
        </p:nvSpPr>
        <p:spPr>
          <a:xfrm xmlns:a="http://schemas.openxmlformats.org/drawingml/2006/main">
            <a:off x="723900" y="4800600"/>
            <a:ext cx="1743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health/</a:t>
            </a:r>
          </a:p>
        </p:txBody>
      </p:sp>
      <p:sp>
        <p:nvSpPr>
          <p:cNvPr id="25" name="Sondas del proceso y disponibilidad">
            <a:extLst xmlns:a="http://schemas.openxmlformats.org/drawingml/2006/main">
              <a:ext uri="{FF2B5EF4-FFF2-40B4-BE49-F238E27FC236}">
                <a16:creationId xmlns:a16="http://schemas.microsoft.com/office/drawing/2014/main" id="{B07B6D8E-95EA-4D28-8423-EF0B4AAD816F}"/>
              </a:ext>
            </a:extLst>
          </p:cNvPr>
          <p:cNvSpPr>
            <a:spLocks xmlns:a="http://schemas.openxmlformats.org/drawingml/2006/main" noGrp="1"/>
          </p:cNvSpPr>
          <p:nvPr/>
        </p:nvSpPr>
        <p:spPr>
          <a:xfrm xmlns:a="http://schemas.openxmlformats.org/drawingml/2006/main">
            <a:off x="2505075" y="4810125"/>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Sondas del proceso y disponibilidad</a:t>
            </a:r>
          </a:p>
        </p:txBody>
      </p:sp>
      <p:sp>
        <p:nvSpPr>
          <p:cNvPr id="26" name="">
            <a:extLst xmlns:a="http://schemas.openxmlformats.org/drawingml/2006/main">
              <a:ext uri="{FF2B5EF4-FFF2-40B4-BE49-F238E27FC236}">
                <a16:creationId xmlns:a16="http://schemas.microsoft.com/office/drawing/2014/main" id="{411D19DA-2667-4D38-83F4-41DE19BE8436}"/>
              </a:ext>
            </a:extLst>
          </p:cNvPr>
          <p:cNvSpPr>
            <a:spLocks xmlns:a="http://schemas.openxmlformats.org/drawingml/2006/main" noGrp="1"/>
          </p:cNvSpPr>
          <p:nvPr/>
        </p:nvSpPr>
        <p:spPr>
          <a:xfrm xmlns:a="http://schemas.openxmlformats.org/drawingml/2006/main">
            <a:off x="609600" y="5200650"/>
            <a:ext cx="5295900" cy="428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7" name="worker/">
            <a:extLst xmlns:a="http://schemas.openxmlformats.org/drawingml/2006/main">
              <a:ext uri="{FF2B5EF4-FFF2-40B4-BE49-F238E27FC236}">
                <a16:creationId xmlns:a16="http://schemas.microsoft.com/office/drawing/2014/main" id="{D4B3A8EE-FD4A-4B71-A138-6E3813C815A2}"/>
              </a:ext>
            </a:extLst>
          </p:cNvPr>
          <p:cNvSpPr>
            <a:spLocks xmlns:a="http://schemas.openxmlformats.org/drawingml/2006/main" noGrp="1"/>
          </p:cNvSpPr>
          <p:nvPr/>
        </p:nvSpPr>
        <p:spPr>
          <a:xfrm xmlns:a="http://schemas.openxmlformats.org/drawingml/2006/main">
            <a:off x="723900" y="5286375"/>
            <a:ext cx="1743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worker/</a:t>
            </a:r>
          </a:p>
        </p:txBody>
      </p:sp>
      <p:sp>
        <p:nvSpPr>
          <p:cNvPr id="28" name="Ciclo de vida de los procesos de trabajo">
            <a:extLst xmlns:a="http://schemas.openxmlformats.org/drawingml/2006/main">
              <a:ext uri="{FF2B5EF4-FFF2-40B4-BE49-F238E27FC236}">
                <a16:creationId xmlns:a16="http://schemas.microsoft.com/office/drawing/2014/main" id="{1D56B452-BE6F-490F-9B01-80AA21B19D61}"/>
              </a:ext>
            </a:extLst>
          </p:cNvPr>
          <p:cNvSpPr>
            <a:spLocks xmlns:a="http://schemas.openxmlformats.org/drawingml/2006/main" noGrp="1"/>
          </p:cNvSpPr>
          <p:nvPr/>
        </p:nvSpPr>
        <p:spPr>
          <a:xfrm xmlns:a="http://schemas.openxmlformats.org/drawingml/2006/main">
            <a:off x="2505075" y="5295900"/>
            <a:ext cx="3286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Ciclo de vida de los procesos de trabajo</a:t>
            </a:r>
          </a:p>
        </p:txBody>
      </p:sp>
      <p:sp>
        <p:nvSpPr>
          <p:cNvPr id="29" name="">
            <a:extLst xmlns:a="http://schemas.openxmlformats.org/drawingml/2006/main">
              <a:ext uri="{FF2B5EF4-FFF2-40B4-BE49-F238E27FC236}">
                <a16:creationId xmlns:a16="http://schemas.microsoft.com/office/drawing/2014/main" id="{1202DFFC-46D6-4717-BFEC-47F5F7AAE5D3}"/>
              </a:ext>
            </a:extLst>
          </p:cNvPr>
          <p:cNvSpPr>
            <a:spLocks xmlns:a="http://schemas.openxmlformats.org/drawingml/2006/main" noGrp="1"/>
          </p:cNvSpPr>
          <p:nvPr/>
        </p:nvSpPr>
        <p:spPr>
          <a:xfrm xmlns:a="http://schemas.openxmlformats.org/drawingml/2006/main">
            <a:off x="6286500" y="2771775"/>
            <a:ext cx="5295900" cy="5334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0" name="libs/client-shell/">
            <a:extLst xmlns:a="http://schemas.openxmlformats.org/drawingml/2006/main">
              <a:ext uri="{FF2B5EF4-FFF2-40B4-BE49-F238E27FC236}">
                <a16:creationId xmlns:a16="http://schemas.microsoft.com/office/drawing/2014/main" id="{E8908AF5-03DC-4182-A6F8-1BD9E84FE2F4}"/>
              </a:ext>
            </a:extLst>
          </p:cNvPr>
          <p:cNvSpPr>
            <a:spLocks xmlns:a="http://schemas.openxmlformats.org/drawingml/2006/main" noGrp="1"/>
          </p:cNvSpPr>
          <p:nvPr/>
        </p:nvSpPr>
        <p:spPr>
          <a:xfrm xmlns:a="http://schemas.openxmlformats.org/drawingml/2006/main">
            <a:off x="6419850" y="2809875"/>
            <a:ext cx="502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4383E"/>
                </a:solidFill>
                <a:latin typeface="Inter"/>
                <a:ea typeface="Inter"/>
                <a:cs typeface="Inter"/>
              </a:defRPr>
            </a:defPPr>
            <a:lvl1pPr>
              <a:defRPr sz="1575" b="1">
                <a:solidFill>
                  <a:srgbClr val="34383E"/>
                </a:solidFill>
                <a:latin typeface="Inter"/>
                <a:ea typeface="Inter"/>
                <a:cs typeface="Inter"/>
              </a:defRPr>
            </a:lvl1pPr>
            <a:lvl2pPr>
              <a:defRPr sz="1575" b="1">
                <a:solidFill>
                  <a:srgbClr val="34383E"/>
                </a:solidFill>
                <a:latin typeface="Inter"/>
                <a:ea typeface="Inter"/>
                <a:cs typeface="Inter"/>
              </a:defRPr>
            </a:lvl2pPr>
            <a:lvl3pPr>
              <a:defRPr sz="1575" b="1">
                <a:solidFill>
                  <a:srgbClr val="34383E"/>
                </a:solidFill>
                <a:latin typeface="Inter"/>
                <a:ea typeface="Inter"/>
                <a:cs typeface="Inter"/>
              </a:defRPr>
            </a:lvl3pPr>
            <a:lvl4pPr>
              <a:defRPr sz="1575" b="1">
                <a:solidFill>
                  <a:srgbClr val="34383E"/>
                </a:solidFill>
                <a:latin typeface="Inter"/>
                <a:ea typeface="Inter"/>
                <a:cs typeface="Inter"/>
              </a:defRPr>
            </a:lvl4pPr>
            <a:lvl5pPr>
              <a:defRPr sz="1575" b="1">
                <a:solidFill>
                  <a:srgbClr val="34383E"/>
                </a:solidFill>
                <a:latin typeface="Inter"/>
                <a:ea typeface="Inter"/>
                <a:cs typeface="Inter"/>
              </a:defRPr>
            </a:lvl5pPr>
            <a:lvl6pPr>
              <a:defRPr sz="1575" b="1">
                <a:solidFill>
                  <a:srgbClr val="34383E"/>
                </a:solidFill>
                <a:latin typeface="Inter"/>
                <a:ea typeface="Inter"/>
                <a:cs typeface="Inter"/>
              </a:defRPr>
            </a:lvl6pPr>
            <a:lvl7pPr>
              <a:defRPr sz="1575" b="1">
                <a:solidFill>
                  <a:srgbClr val="34383E"/>
                </a:solidFill>
                <a:latin typeface="Inter"/>
                <a:ea typeface="Inter"/>
                <a:cs typeface="Inter"/>
              </a:defRPr>
            </a:lvl7pPr>
            <a:lvl8pPr>
              <a:defRPr sz="1575" b="1">
                <a:solidFill>
                  <a:srgbClr val="34383E"/>
                </a:solidFill>
                <a:latin typeface="Inter"/>
                <a:ea typeface="Inter"/>
                <a:cs typeface="Inter"/>
              </a:defRPr>
            </a:lvl8pPr>
            <a:lvl9pPr>
              <a:defRPr sz="1575" b="1">
                <a:solidFill>
                  <a:srgbClr val="34383E"/>
                </a:solidFill>
                <a:latin typeface="Inter"/>
                <a:ea typeface="Inter"/>
                <a:cs typeface="Inter"/>
              </a:defRPr>
            </a:lvl9pPr>
          </a:lstStyle>
          <a:p xmlns:a="http://schemas.openxmlformats.org/drawingml/2006/main">
            <a:pPr>
              <a:defRPr sz="1575" b="1">
                <a:solidFill>
                  <a:srgbClr val="34383E"/>
                </a:solidFill>
                <a:latin typeface="Inter"/>
                <a:ea typeface="Inter"/>
                <a:cs typeface="Inter"/>
              </a:defRPr>
            </a:pPr>
            <a:r>
              <a:rPr sz="1575" b="1">
                <a:solidFill>
                  <a:srgbClr val="34383E"/>
                </a:solidFill>
                <a:latin typeface="Inter"/>
                <a:ea typeface="Inter"/>
                <a:cs typeface="Inter"/>
              </a:rPr>
              <a:t>libs/client-shell/</a:t>
            </a:r>
          </a:p>
        </p:txBody>
      </p:sp>
      <p:sp>
        <p:nvSpPr>
          <p:cNvPr id="31" name="Composición Angular, rutas y navegación">
            <a:extLst xmlns:a="http://schemas.openxmlformats.org/drawingml/2006/main">
              <a:ext uri="{FF2B5EF4-FFF2-40B4-BE49-F238E27FC236}">
                <a16:creationId xmlns:a16="http://schemas.microsoft.com/office/drawing/2014/main" id="{A5868B0C-F5C4-4F50-87AD-2FC6EAA5D7A5}"/>
              </a:ext>
            </a:extLst>
          </p:cNvPr>
          <p:cNvSpPr>
            <a:spLocks xmlns:a="http://schemas.openxmlformats.org/drawingml/2006/main" noGrp="1"/>
          </p:cNvSpPr>
          <p:nvPr/>
        </p:nvSpPr>
        <p:spPr>
          <a:xfrm xmlns:a="http://schemas.openxmlformats.org/drawingml/2006/main">
            <a:off x="6419850" y="3067050"/>
            <a:ext cx="502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Composición Angular, rutas y navegación</a:t>
            </a:r>
          </a:p>
        </p:txBody>
      </p:sp>
      <p:sp>
        <p:nvSpPr>
          <p:cNvPr id="32" name="">
            <a:extLst xmlns:a="http://schemas.openxmlformats.org/drawingml/2006/main">
              <a:ext uri="{FF2B5EF4-FFF2-40B4-BE49-F238E27FC236}">
                <a16:creationId xmlns:a16="http://schemas.microsoft.com/office/drawing/2014/main" id="{7EB01176-F9EC-4B5E-BB20-C2C4D0FFC8A6}"/>
              </a:ext>
            </a:extLst>
          </p:cNvPr>
          <p:cNvSpPr>
            <a:spLocks xmlns:a="http://schemas.openxmlformats.org/drawingml/2006/main" noGrp="1"/>
          </p:cNvSpPr>
          <p:nvPr/>
        </p:nvSpPr>
        <p:spPr>
          <a:xfrm xmlns:a="http://schemas.openxmlformats.org/drawingml/2006/main">
            <a:off x="6286500" y="3362325"/>
            <a:ext cx="5295900" cy="5334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3" name="libs/features/">
            <a:extLst xmlns:a="http://schemas.openxmlformats.org/drawingml/2006/main">
              <a:ext uri="{FF2B5EF4-FFF2-40B4-BE49-F238E27FC236}">
                <a16:creationId xmlns:a16="http://schemas.microsoft.com/office/drawing/2014/main" id="{7A0791A5-98B4-43D6-9BD5-7BC0AF0948EF}"/>
              </a:ext>
            </a:extLst>
          </p:cNvPr>
          <p:cNvSpPr>
            <a:spLocks xmlns:a="http://schemas.openxmlformats.org/drawingml/2006/main" noGrp="1"/>
          </p:cNvSpPr>
          <p:nvPr/>
        </p:nvSpPr>
        <p:spPr>
          <a:xfrm xmlns:a="http://schemas.openxmlformats.org/drawingml/2006/main">
            <a:off x="6419850" y="3400425"/>
            <a:ext cx="502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4383E"/>
                </a:solidFill>
                <a:latin typeface="Inter"/>
                <a:ea typeface="Inter"/>
                <a:cs typeface="Inter"/>
              </a:defRPr>
            </a:defPPr>
            <a:lvl1pPr>
              <a:defRPr sz="1575" b="1">
                <a:solidFill>
                  <a:srgbClr val="34383E"/>
                </a:solidFill>
                <a:latin typeface="Inter"/>
                <a:ea typeface="Inter"/>
                <a:cs typeface="Inter"/>
              </a:defRPr>
            </a:lvl1pPr>
            <a:lvl2pPr>
              <a:defRPr sz="1575" b="1">
                <a:solidFill>
                  <a:srgbClr val="34383E"/>
                </a:solidFill>
                <a:latin typeface="Inter"/>
                <a:ea typeface="Inter"/>
                <a:cs typeface="Inter"/>
              </a:defRPr>
            </a:lvl2pPr>
            <a:lvl3pPr>
              <a:defRPr sz="1575" b="1">
                <a:solidFill>
                  <a:srgbClr val="34383E"/>
                </a:solidFill>
                <a:latin typeface="Inter"/>
                <a:ea typeface="Inter"/>
                <a:cs typeface="Inter"/>
              </a:defRPr>
            </a:lvl3pPr>
            <a:lvl4pPr>
              <a:defRPr sz="1575" b="1">
                <a:solidFill>
                  <a:srgbClr val="34383E"/>
                </a:solidFill>
                <a:latin typeface="Inter"/>
                <a:ea typeface="Inter"/>
                <a:cs typeface="Inter"/>
              </a:defRPr>
            </a:lvl4pPr>
            <a:lvl5pPr>
              <a:defRPr sz="1575" b="1">
                <a:solidFill>
                  <a:srgbClr val="34383E"/>
                </a:solidFill>
                <a:latin typeface="Inter"/>
                <a:ea typeface="Inter"/>
                <a:cs typeface="Inter"/>
              </a:defRPr>
            </a:lvl5pPr>
            <a:lvl6pPr>
              <a:defRPr sz="1575" b="1">
                <a:solidFill>
                  <a:srgbClr val="34383E"/>
                </a:solidFill>
                <a:latin typeface="Inter"/>
                <a:ea typeface="Inter"/>
                <a:cs typeface="Inter"/>
              </a:defRPr>
            </a:lvl6pPr>
            <a:lvl7pPr>
              <a:defRPr sz="1575" b="1">
                <a:solidFill>
                  <a:srgbClr val="34383E"/>
                </a:solidFill>
                <a:latin typeface="Inter"/>
                <a:ea typeface="Inter"/>
                <a:cs typeface="Inter"/>
              </a:defRPr>
            </a:lvl7pPr>
            <a:lvl8pPr>
              <a:defRPr sz="1575" b="1">
                <a:solidFill>
                  <a:srgbClr val="34383E"/>
                </a:solidFill>
                <a:latin typeface="Inter"/>
                <a:ea typeface="Inter"/>
                <a:cs typeface="Inter"/>
              </a:defRPr>
            </a:lvl8pPr>
            <a:lvl9pPr>
              <a:defRPr sz="1575" b="1">
                <a:solidFill>
                  <a:srgbClr val="34383E"/>
                </a:solidFill>
                <a:latin typeface="Inter"/>
                <a:ea typeface="Inter"/>
                <a:cs typeface="Inter"/>
              </a:defRPr>
            </a:lvl9pPr>
          </a:lstStyle>
          <a:p xmlns:a="http://schemas.openxmlformats.org/drawingml/2006/main">
            <a:pPr>
              <a:defRPr sz="1575" b="1">
                <a:solidFill>
                  <a:srgbClr val="34383E"/>
                </a:solidFill>
                <a:latin typeface="Inter"/>
                <a:ea typeface="Inter"/>
                <a:cs typeface="Inter"/>
              </a:defRPr>
            </a:pPr>
            <a:r>
              <a:rPr sz="1575" b="1">
                <a:solidFill>
                  <a:srgbClr val="34383E"/>
                </a:solidFill>
                <a:latin typeface="Inter"/>
                <a:ea typeface="Inter"/>
                <a:cs typeface="Inter"/>
              </a:rPr>
              <a:t>libs/features/</a:t>
            </a:r>
          </a:p>
        </p:txBody>
      </p:sp>
      <p:sp>
        <p:nvSpPr>
          <p:cNvPr id="34" name="Funcionalidades y pantallas de la interfaz">
            <a:extLst xmlns:a="http://schemas.openxmlformats.org/drawingml/2006/main">
              <a:ext uri="{FF2B5EF4-FFF2-40B4-BE49-F238E27FC236}">
                <a16:creationId xmlns:a16="http://schemas.microsoft.com/office/drawing/2014/main" id="{B2C7F920-2E98-4B9A-9207-256F10B5996A}"/>
              </a:ext>
            </a:extLst>
          </p:cNvPr>
          <p:cNvSpPr>
            <a:spLocks xmlns:a="http://schemas.openxmlformats.org/drawingml/2006/main" noGrp="1"/>
          </p:cNvSpPr>
          <p:nvPr/>
        </p:nvSpPr>
        <p:spPr>
          <a:xfrm xmlns:a="http://schemas.openxmlformats.org/drawingml/2006/main">
            <a:off x="6419850" y="3657600"/>
            <a:ext cx="502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Funcionalidades y pantallas de la interfaz</a:t>
            </a:r>
          </a:p>
        </p:txBody>
      </p:sp>
      <p:sp>
        <p:nvSpPr>
          <p:cNvPr id="35" name="">
            <a:extLst xmlns:a="http://schemas.openxmlformats.org/drawingml/2006/main">
              <a:ext uri="{FF2B5EF4-FFF2-40B4-BE49-F238E27FC236}">
                <a16:creationId xmlns:a16="http://schemas.microsoft.com/office/drawing/2014/main" id="{1BE4B115-BA24-4291-9ADF-E3D25362DC9C}"/>
              </a:ext>
            </a:extLst>
          </p:cNvPr>
          <p:cNvSpPr>
            <a:spLocks xmlns:a="http://schemas.openxmlformats.org/drawingml/2006/main" noGrp="1"/>
          </p:cNvSpPr>
          <p:nvPr/>
        </p:nvSpPr>
        <p:spPr>
          <a:xfrm xmlns:a="http://schemas.openxmlformats.org/drawingml/2006/main">
            <a:off x="6286500" y="3952875"/>
            <a:ext cx="5295900" cy="5334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6" name="libs/country-policies/">
            <a:extLst xmlns:a="http://schemas.openxmlformats.org/drawingml/2006/main">
              <a:ext uri="{FF2B5EF4-FFF2-40B4-BE49-F238E27FC236}">
                <a16:creationId xmlns:a16="http://schemas.microsoft.com/office/drawing/2014/main" id="{65297340-1683-4639-BFA0-7E3EDD6C1715}"/>
              </a:ext>
            </a:extLst>
          </p:cNvPr>
          <p:cNvSpPr>
            <a:spLocks xmlns:a="http://schemas.openxmlformats.org/drawingml/2006/main" noGrp="1"/>
          </p:cNvSpPr>
          <p:nvPr/>
        </p:nvSpPr>
        <p:spPr>
          <a:xfrm xmlns:a="http://schemas.openxmlformats.org/drawingml/2006/main">
            <a:off x="6419850" y="3990975"/>
            <a:ext cx="502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4383E"/>
                </a:solidFill>
                <a:latin typeface="Inter"/>
                <a:ea typeface="Inter"/>
                <a:cs typeface="Inter"/>
              </a:defRPr>
            </a:defPPr>
            <a:lvl1pPr>
              <a:defRPr sz="1575" b="1">
                <a:solidFill>
                  <a:srgbClr val="34383E"/>
                </a:solidFill>
                <a:latin typeface="Inter"/>
                <a:ea typeface="Inter"/>
                <a:cs typeface="Inter"/>
              </a:defRPr>
            </a:lvl1pPr>
            <a:lvl2pPr>
              <a:defRPr sz="1575" b="1">
                <a:solidFill>
                  <a:srgbClr val="34383E"/>
                </a:solidFill>
                <a:latin typeface="Inter"/>
                <a:ea typeface="Inter"/>
                <a:cs typeface="Inter"/>
              </a:defRPr>
            </a:lvl2pPr>
            <a:lvl3pPr>
              <a:defRPr sz="1575" b="1">
                <a:solidFill>
                  <a:srgbClr val="34383E"/>
                </a:solidFill>
                <a:latin typeface="Inter"/>
                <a:ea typeface="Inter"/>
                <a:cs typeface="Inter"/>
              </a:defRPr>
            </a:lvl3pPr>
            <a:lvl4pPr>
              <a:defRPr sz="1575" b="1">
                <a:solidFill>
                  <a:srgbClr val="34383E"/>
                </a:solidFill>
                <a:latin typeface="Inter"/>
                <a:ea typeface="Inter"/>
                <a:cs typeface="Inter"/>
              </a:defRPr>
            </a:lvl4pPr>
            <a:lvl5pPr>
              <a:defRPr sz="1575" b="1">
                <a:solidFill>
                  <a:srgbClr val="34383E"/>
                </a:solidFill>
                <a:latin typeface="Inter"/>
                <a:ea typeface="Inter"/>
                <a:cs typeface="Inter"/>
              </a:defRPr>
            </a:lvl5pPr>
            <a:lvl6pPr>
              <a:defRPr sz="1575" b="1">
                <a:solidFill>
                  <a:srgbClr val="34383E"/>
                </a:solidFill>
                <a:latin typeface="Inter"/>
                <a:ea typeface="Inter"/>
                <a:cs typeface="Inter"/>
              </a:defRPr>
            </a:lvl6pPr>
            <a:lvl7pPr>
              <a:defRPr sz="1575" b="1">
                <a:solidFill>
                  <a:srgbClr val="34383E"/>
                </a:solidFill>
                <a:latin typeface="Inter"/>
                <a:ea typeface="Inter"/>
                <a:cs typeface="Inter"/>
              </a:defRPr>
            </a:lvl7pPr>
            <a:lvl8pPr>
              <a:defRPr sz="1575" b="1">
                <a:solidFill>
                  <a:srgbClr val="34383E"/>
                </a:solidFill>
                <a:latin typeface="Inter"/>
                <a:ea typeface="Inter"/>
                <a:cs typeface="Inter"/>
              </a:defRPr>
            </a:lvl8pPr>
            <a:lvl9pPr>
              <a:defRPr sz="1575" b="1">
                <a:solidFill>
                  <a:srgbClr val="34383E"/>
                </a:solidFill>
                <a:latin typeface="Inter"/>
                <a:ea typeface="Inter"/>
                <a:cs typeface="Inter"/>
              </a:defRPr>
            </a:lvl9pPr>
          </a:lstStyle>
          <a:p xmlns:a="http://schemas.openxmlformats.org/drawingml/2006/main">
            <a:pPr>
              <a:defRPr sz="1575" b="1">
                <a:solidFill>
                  <a:srgbClr val="34383E"/>
                </a:solidFill>
                <a:latin typeface="Inter"/>
                <a:ea typeface="Inter"/>
                <a:cs typeface="Inter"/>
              </a:defRPr>
            </a:pPr>
            <a:r>
              <a:rPr sz="1575" b="1">
                <a:solidFill>
                  <a:srgbClr val="34383E"/>
                </a:solidFill>
                <a:latin typeface="Inter"/>
                <a:ea typeface="Inter"/>
                <a:cs typeface="Inter"/>
              </a:rPr>
              <a:t>libs/country-policies/</a:t>
            </a:r>
          </a:p>
        </p:txBody>
      </p:sp>
      <p:sp>
        <p:nvSpPr>
          <p:cNvPr id="37" name="Perfiles actuales por país; transitorio">
            <a:extLst xmlns:a="http://schemas.openxmlformats.org/drawingml/2006/main">
              <a:ext uri="{FF2B5EF4-FFF2-40B4-BE49-F238E27FC236}">
                <a16:creationId xmlns:a16="http://schemas.microsoft.com/office/drawing/2014/main" id="{121C0880-A878-4B62-A4D6-6D21E6AFD403}"/>
              </a:ext>
            </a:extLst>
          </p:cNvPr>
          <p:cNvSpPr>
            <a:spLocks xmlns:a="http://schemas.openxmlformats.org/drawingml/2006/main" noGrp="1"/>
          </p:cNvSpPr>
          <p:nvPr/>
        </p:nvSpPr>
        <p:spPr>
          <a:xfrm xmlns:a="http://schemas.openxmlformats.org/drawingml/2006/main">
            <a:off x="6419850" y="4248150"/>
            <a:ext cx="502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Perfiles actuales por país; transitorio</a:t>
            </a:r>
          </a:p>
        </p:txBody>
      </p:sp>
      <p:sp>
        <p:nvSpPr>
          <p:cNvPr id="38" name="">
            <a:extLst xmlns:a="http://schemas.openxmlformats.org/drawingml/2006/main">
              <a:ext uri="{FF2B5EF4-FFF2-40B4-BE49-F238E27FC236}">
                <a16:creationId xmlns:a16="http://schemas.microsoft.com/office/drawing/2014/main" id="{D50ACDCE-B9E3-4F19-B953-C73CA8CDF3B9}"/>
              </a:ext>
            </a:extLst>
          </p:cNvPr>
          <p:cNvSpPr>
            <a:spLocks xmlns:a="http://schemas.openxmlformats.org/drawingml/2006/main" noGrp="1"/>
          </p:cNvSpPr>
          <p:nvPr/>
        </p:nvSpPr>
        <p:spPr>
          <a:xfrm xmlns:a="http://schemas.openxmlformats.org/drawingml/2006/main">
            <a:off x="6286500" y="4543425"/>
            <a:ext cx="5295900" cy="5334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9" name="libs/domain/">
            <a:extLst xmlns:a="http://schemas.openxmlformats.org/drawingml/2006/main">
              <a:ext uri="{FF2B5EF4-FFF2-40B4-BE49-F238E27FC236}">
                <a16:creationId xmlns:a16="http://schemas.microsoft.com/office/drawing/2014/main" id="{8D957112-1036-4233-86FA-83A57C47C8BB}"/>
              </a:ext>
            </a:extLst>
          </p:cNvPr>
          <p:cNvSpPr>
            <a:spLocks xmlns:a="http://schemas.openxmlformats.org/drawingml/2006/main" noGrp="1"/>
          </p:cNvSpPr>
          <p:nvPr/>
        </p:nvSpPr>
        <p:spPr>
          <a:xfrm xmlns:a="http://schemas.openxmlformats.org/drawingml/2006/main">
            <a:off x="6419850" y="4581525"/>
            <a:ext cx="502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4383E"/>
                </a:solidFill>
                <a:latin typeface="Inter"/>
                <a:ea typeface="Inter"/>
                <a:cs typeface="Inter"/>
              </a:defRPr>
            </a:defPPr>
            <a:lvl1pPr>
              <a:defRPr sz="1575" b="1">
                <a:solidFill>
                  <a:srgbClr val="34383E"/>
                </a:solidFill>
                <a:latin typeface="Inter"/>
                <a:ea typeface="Inter"/>
                <a:cs typeface="Inter"/>
              </a:defRPr>
            </a:lvl1pPr>
            <a:lvl2pPr>
              <a:defRPr sz="1575" b="1">
                <a:solidFill>
                  <a:srgbClr val="34383E"/>
                </a:solidFill>
                <a:latin typeface="Inter"/>
                <a:ea typeface="Inter"/>
                <a:cs typeface="Inter"/>
              </a:defRPr>
            </a:lvl2pPr>
            <a:lvl3pPr>
              <a:defRPr sz="1575" b="1">
                <a:solidFill>
                  <a:srgbClr val="34383E"/>
                </a:solidFill>
                <a:latin typeface="Inter"/>
                <a:ea typeface="Inter"/>
                <a:cs typeface="Inter"/>
              </a:defRPr>
            </a:lvl3pPr>
            <a:lvl4pPr>
              <a:defRPr sz="1575" b="1">
                <a:solidFill>
                  <a:srgbClr val="34383E"/>
                </a:solidFill>
                <a:latin typeface="Inter"/>
                <a:ea typeface="Inter"/>
                <a:cs typeface="Inter"/>
              </a:defRPr>
            </a:lvl4pPr>
            <a:lvl5pPr>
              <a:defRPr sz="1575" b="1">
                <a:solidFill>
                  <a:srgbClr val="34383E"/>
                </a:solidFill>
                <a:latin typeface="Inter"/>
                <a:ea typeface="Inter"/>
                <a:cs typeface="Inter"/>
              </a:defRPr>
            </a:lvl5pPr>
            <a:lvl6pPr>
              <a:defRPr sz="1575" b="1">
                <a:solidFill>
                  <a:srgbClr val="34383E"/>
                </a:solidFill>
                <a:latin typeface="Inter"/>
                <a:ea typeface="Inter"/>
                <a:cs typeface="Inter"/>
              </a:defRPr>
            </a:lvl6pPr>
            <a:lvl7pPr>
              <a:defRPr sz="1575" b="1">
                <a:solidFill>
                  <a:srgbClr val="34383E"/>
                </a:solidFill>
                <a:latin typeface="Inter"/>
                <a:ea typeface="Inter"/>
                <a:cs typeface="Inter"/>
              </a:defRPr>
            </a:lvl7pPr>
            <a:lvl8pPr>
              <a:defRPr sz="1575" b="1">
                <a:solidFill>
                  <a:srgbClr val="34383E"/>
                </a:solidFill>
                <a:latin typeface="Inter"/>
                <a:ea typeface="Inter"/>
                <a:cs typeface="Inter"/>
              </a:defRPr>
            </a:lvl8pPr>
            <a:lvl9pPr>
              <a:defRPr sz="1575" b="1">
                <a:solidFill>
                  <a:srgbClr val="34383E"/>
                </a:solidFill>
                <a:latin typeface="Inter"/>
                <a:ea typeface="Inter"/>
                <a:cs typeface="Inter"/>
              </a:defRPr>
            </a:lvl9pPr>
          </a:lstStyle>
          <a:p xmlns:a="http://schemas.openxmlformats.org/drawingml/2006/main">
            <a:pPr>
              <a:defRPr sz="1575" b="1">
                <a:solidFill>
                  <a:srgbClr val="34383E"/>
                </a:solidFill>
                <a:latin typeface="Inter"/>
                <a:ea typeface="Inter"/>
                <a:cs typeface="Inter"/>
              </a:defRPr>
            </a:pPr>
            <a:r>
              <a:rPr sz="1575" b="1">
                <a:solidFill>
                  <a:srgbClr val="34383E"/>
                </a:solidFill>
                <a:latin typeface="Inter"/>
                <a:ea typeface="Inter"/>
                <a:cs typeface="Inter"/>
              </a:rPr>
              <a:t>libs/domain/</a:t>
            </a:r>
          </a:p>
        </p:txBody>
      </p:sp>
      <p:sp>
        <p:nvSpPr>
          <p:cNvPr id="40" name="Reglas del prototipo; revisar su propietario">
            <a:extLst xmlns:a="http://schemas.openxmlformats.org/drawingml/2006/main">
              <a:ext uri="{FF2B5EF4-FFF2-40B4-BE49-F238E27FC236}">
                <a16:creationId xmlns:a16="http://schemas.microsoft.com/office/drawing/2014/main" id="{65554E79-8BDE-4F2F-8F78-A43F51261966}"/>
              </a:ext>
            </a:extLst>
          </p:cNvPr>
          <p:cNvSpPr>
            <a:spLocks xmlns:a="http://schemas.openxmlformats.org/drawingml/2006/main" noGrp="1"/>
          </p:cNvSpPr>
          <p:nvPr/>
        </p:nvSpPr>
        <p:spPr>
          <a:xfrm xmlns:a="http://schemas.openxmlformats.org/drawingml/2006/main">
            <a:off x="6419850" y="4838700"/>
            <a:ext cx="502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Reglas del prototipo; revisar su propietario</a:t>
            </a:r>
          </a:p>
        </p:txBody>
      </p:sp>
      <p:sp>
        <p:nvSpPr>
          <p:cNvPr id="41" name="">
            <a:extLst xmlns:a="http://schemas.openxmlformats.org/drawingml/2006/main">
              <a:ext uri="{FF2B5EF4-FFF2-40B4-BE49-F238E27FC236}">
                <a16:creationId xmlns:a16="http://schemas.microsoft.com/office/drawing/2014/main" id="{50AF381D-333F-4FE2-B9F1-0C3E0006746E}"/>
              </a:ext>
            </a:extLst>
          </p:cNvPr>
          <p:cNvSpPr>
            <a:spLocks xmlns:a="http://schemas.openxmlformats.org/drawingml/2006/main" noGrp="1"/>
          </p:cNvSpPr>
          <p:nvPr/>
        </p:nvSpPr>
        <p:spPr>
          <a:xfrm xmlns:a="http://schemas.openxmlformats.org/drawingml/2006/main">
            <a:off x="6286500" y="5133975"/>
            <a:ext cx="5295900" cy="5334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2" name="libs/data-access/">
            <a:extLst xmlns:a="http://schemas.openxmlformats.org/drawingml/2006/main">
              <a:ext uri="{FF2B5EF4-FFF2-40B4-BE49-F238E27FC236}">
                <a16:creationId xmlns:a16="http://schemas.microsoft.com/office/drawing/2014/main" id="{7A966311-A9BF-421A-9D20-4492DB9C42AC}"/>
              </a:ext>
            </a:extLst>
          </p:cNvPr>
          <p:cNvSpPr>
            <a:spLocks xmlns:a="http://schemas.openxmlformats.org/drawingml/2006/main" noGrp="1"/>
          </p:cNvSpPr>
          <p:nvPr/>
        </p:nvSpPr>
        <p:spPr>
          <a:xfrm xmlns:a="http://schemas.openxmlformats.org/drawingml/2006/main">
            <a:off x="6419850" y="5172075"/>
            <a:ext cx="502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4383E"/>
                </a:solidFill>
                <a:latin typeface="Inter"/>
                <a:ea typeface="Inter"/>
                <a:cs typeface="Inter"/>
              </a:defRPr>
            </a:defPPr>
            <a:lvl1pPr>
              <a:defRPr sz="1575" b="1">
                <a:solidFill>
                  <a:srgbClr val="34383E"/>
                </a:solidFill>
                <a:latin typeface="Inter"/>
                <a:ea typeface="Inter"/>
                <a:cs typeface="Inter"/>
              </a:defRPr>
            </a:lvl1pPr>
            <a:lvl2pPr>
              <a:defRPr sz="1575" b="1">
                <a:solidFill>
                  <a:srgbClr val="34383E"/>
                </a:solidFill>
                <a:latin typeface="Inter"/>
                <a:ea typeface="Inter"/>
                <a:cs typeface="Inter"/>
              </a:defRPr>
            </a:lvl2pPr>
            <a:lvl3pPr>
              <a:defRPr sz="1575" b="1">
                <a:solidFill>
                  <a:srgbClr val="34383E"/>
                </a:solidFill>
                <a:latin typeface="Inter"/>
                <a:ea typeface="Inter"/>
                <a:cs typeface="Inter"/>
              </a:defRPr>
            </a:lvl3pPr>
            <a:lvl4pPr>
              <a:defRPr sz="1575" b="1">
                <a:solidFill>
                  <a:srgbClr val="34383E"/>
                </a:solidFill>
                <a:latin typeface="Inter"/>
                <a:ea typeface="Inter"/>
                <a:cs typeface="Inter"/>
              </a:defRPr>
            </a:lvl4pPr>
            <a:lvl5pPr>
              <a:defRPr sz="1575" b="1">
                <a:solidFill>
                  <a:srgbClr val="34383E"/>
                </a:solidFill>
                <a:latin typeface="Inter"/>
                <a:ea typeface="Inter"/>
                <a:cs typeface="Inter"/>
              </a:defRPr>
            </a:lvl5pPr>
            <a:lvl6pPr>
              <a:defRPr sz="1575" b="1">
                <a:solidFill>
                  <a:srgbClr val="34383E"/>
                </a:solidFill>
                <a:latin typeface="Inter"/>
                <a:ea typeface="Inter"/>
                <a:cs typeface="Inter"/>
              </a:defRPr>
            </a:lvl6pPr>
            <a:lvl7pPr>
              <a:defRPr sz="1575" b="1">
                <a:solidFill>
                  <a:srgbClr val="34383E"/>
                </a:solidFill>
                <a:latin typeface="Inter"/>
                <a:ea typeface="Inter"/>
                <a:cs typeface="Inter"/>
              </a:defRPr>
            </a:lvl7pPr>
            <a:lvl8pPr>
              <a:defRPr sz="1575" b="1">
                <a:solidFill>
                  <a:srgbClr val="34383E"/>
                </a:solidFill>
                <a:latin typeface="Inter"/>
                <a:ea typeface="Inter"/>
                <a:cs typeface="Inter"/>
              </a:defRPr>
            </a:lvl8pPr>
            <a:lvl9pPr>
              <a:defRPr sz="1575" b="1">
                <a:solidFill>
                  <a:srgbClr val="34383E"/>
                </a:solidFill>
                <a:latin typeface="Inter"/>
                <a:ea typeface="Inter"/>
                <a:cs typeface="Inter"/>
              </a:defRPr>
            </a:lvl9pPr>
          </a:lstStyle>
          <a:p xmlns:a="http://schemas.openxmlformats.org/drawingml/2006/main">
            <a:pPr>
              <a:defRPr sz="1575" b="1">
                <a:solidFill>
                  <a:srgbClr val="34383E"/>
                </a:solidFill>
                <a:latin typeface="Inter"/>
                <a:ea typeface="Inter"/>
                <a:cs typeface="Inter"/>
              </a:defRPr>
            </a:pPr>
            <a:r>
              <a:rPr sz="1575" b="1">
                <a:solidFill>
                  <a:srgbClr val="34383E"/>
                </a:solidFill>
                <a:latin typeface="Inter"/>
                <a:ea typeface="Inter"/>
                <a:cs typeface="Inter"/>
              </a:rPr>
              <a:t>libs/data-access/</a:t>
            </a:r>
          </a:p>
        </p:txBody>
      </p:sp>
      <p:sp>
        <p:nvSpPr>
          <p:cNvPr id="43" name="Estado y adaptadores mock; transitorio">
            <a:extLst xmlns:a="http://schemas.openxmlformats.org/drawingml/2006/main">
              <a:ext uri="{FF2B5EF4-FFF2-40B4-BE49-F238E27FC236}">
                <a16:creationId xmlns:a16="http://schemas.microsoft.com/office/drawing/2014/main" id="{F4F84B11-3007-4E6F-B81A-906585620C7C}"/>
              </a:ext>
            </a:extLst>
          </p:cNvPr>
          <p:cNvSpPr>
            <a:spLocks xmlns:a="http://schemas.openxmlformats.org/drawingml/2006/main" noGrp="1"/>
          </p:cNvSpPr>
          <p:nvPr/>
        </p:nvSpPr>
        <p:spPr>
          <a:xfrm xmlns:a="http://schemas.openxmlformats.org/drawingml/2006/main">
            <a:off x="6419850" y="5429250"/>
            <a:ext cx="502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Estado y adaptadores mock; transitorio</a:t>
            </a:r>
          </a:p>
        </p:txBody>
      </p:sp>
      <p:sp>
        <p:nvSpPr>
          <p:cNvPr id="44" name="">
            <a:extLst xmlns:a="http://schemas.openxmlformats.org/drawingml/2006/main">
              <a:ext uri="{FF2B5EF4-FFF2-40B4-BE49-F238E27FC236}">
                <a16:creationId xmlns:a16="http://schemas.microsoft.com/office/drawing/2014/main" id="{314659BE-7DC1-47CA-B7A6-36F31C9AAF8C}"/>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45" name="Compartir código no cambia su responsabilidad: las">
            <a:extLst xmlns:a="http://schemas.openxmlformats.org/drawingml/2006/main">
              <a:ext uri="{FF2B5EF4-FFF2-40B4-BE49-F238E27FC236}">
                <a16:creationId xmlns:a16="http://schemas.microsoft.com/office/drawing/2014/main" id="{BABA1047-9786-45E1-A455-AC248A5A9A8F}"/>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Compartir código no cambia su responsabilidad: las reglas y los contratos de negocio pertenecen a sus contextos.</a:t>
            </a:r>
          </a:p>
        </p:txBody>
      </p:sp>
    </p:spTree>
    <p:extLst>
      <p:ext uri="{BB962C8B-B14F-4D97-AF65-F5344CB8AC3E}">
        <p14:creationId xmlns:p14="http://schemas.microsoft.com/office/powerpoint/2010/main" val="3852753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8" name="">
            <a:extLst xmlns:a="http://schemas.openxmlformats.org/drawingml/2006/main">
              <a:ext uri="{FF2B5EF4-FFF2-40B4-BE49-F238E27FC236}">
                <a16:creationId xmlns:a16="http://schemas.microsoft.com/office/drawing/2014/main" id="{B7C0E3C8-9C18-4648-A78E-3F573F04BBAB}"/>
              </a:ext>
            </a:extLst>
          </p:cNvPr>
          <p:cNvPicPr>
            <a:picLocks xmlns:a="http://schemas.openxmlformats.org/drawingml/2006/main" noChangeAspect="1"/>
          </p:cNvPicPr>
          <p:nvPr/>
        </p:nvPicPr>
        <p:blipFill>
          <a:blip xmlns:r="http://schemas.openxmlformats.org/officeDocument/2006/relationships" xmlns:a="http://schemas.openxmlformats.org/drawingml/2006/main" r:embed="R3a0dac54cf8346d0">
            <a:extLst>
              <a:ext uri="{96DAC541-7B7A-43D3-8B79-37D633B846F1}">
                <asvg:svgBlip xmlns:asvg="http://schemas.microsoft.com/office/drawing/2016/SVG/main" r:embed="Rc1b38537b269470f"/>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ENTREGA PROPUESTA / GITHUB ACTIONS Y NX">
            <a:extLst xmlns:a="http://schemas.openxmlformats.org/drawingml/2006/main">
              <a:ext uri="{FF2B5EF4-FFF2-40B4-BE49-F238E27FC236}">
                <a16:creationId xmlns:a16="http://schemas.microsoft.com/office/drawing/2014/main" id="{90225252-C2E4-4B02-986F-AE8E9FA1BFD3}"/>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ENTREGA PROPUESTA / GITHUB ACTIONS Y NX</a:t>
            </a:r>
          </a:p>
        </p:txBody>
      </p:sp>
      <p:sp>
        <p:nvSpPr>
          <p:cNvPr id="3" name="Flujo de deployment por país">
            <a:extLst xmlns:a="http://schemas.openxmlformats.org/drawingml/2006/main">
              <a:ext uri="{FF2B5EF4-FFF2-40B4-BE49-F238E27FC236}">
                <a16:creationId xmlns:a16="http://schemas.microsoft.com/office/drawing/2014/main" id="{D9C5AA75-0557-4069-AB46-72A80120287C}"/>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Flujo de deployment por país</a:t>
            </a:r>
          </a:p>
        </p:txBody>
      </p:sp>
      <p:sp>
        <p:nvSpPr>
          <p:cNvPr id="4" name="">
            <a:extLst xmlns:a="http://schemas.openxmlformats.org/drawingml/2006/main">
              <a:ext uri="{FF2B5EF4-FFF2-40B4-BE49-F238E27FC236}">
                <a16:creationId xmlns:a16="http://schemas.microsoft.com/office/drawing/2014/main" id="{9D4C5D9A-BD91-4C7E-BB82-AF1EAEE6AA4E}"/>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34A3E09E-3C07-4FF8-94D2-ECA8523763FA}"/>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6 / 16">
            <a:extLst xmlns:a="http://schemas.openxmlformats.org/drawingml/2006/main">
              <a:ext uri="{FF2B5EF4-FFF2-40B4-BE49-F238E27FC236}">
                <a16:creationId xmlns:a16="http://schemas.microsoft.com/office/drawing/2014/main" id="{95657D32-9168-4D44-A0B3-26F0B9326C48}"/>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06 / 16</a:t>
            </a:r>
          </a:p>
        </p:txBody>
      </p:sp>
      <p:sp>
        <p:nvSpPr>
          <p:cNvPr id="7" name="">
            <a:extLst xmlns:a="http://schemas.openxmlformats.org/drawingml/2006/main">
              <a:ext uri="{FF2B5EF4-FFF2-40B4-BE49-F238E27FC236}">
                <a16:creationId xmlns:a16="http://schemas.microsoft.com/office/drawing/2014/main" id="{D19C7C1A-0150-447C-BC45-3797A45CF580}"/>
              </a:ext>
            </a:extLst>
          </p:cNvPr>
          <p:cNvSpPr>
            <a:spLocks xmlns:a="http://schemas.openxmlformats.org/drawingml/2006/main" noGrp="1"/>
          </p:cNvSpPr>
          <p:nvPr/>
        </p:nvSpPr>
        <p:spPr>
          <a:xfrm xmlns:a="http://schemas.openxmlformats.org/drawingml/2006/main">
            <a:off x="609600" y="2181225"/>
            <a:ext cx="2400300" cy="11049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8B7F45-C573-4E44-8BFD-C0C2169655D8}"/>
              </a:ext>
            </a:extLst>
          </p:cNvPr>
          <p:cNvSpPr>
            <a:spLocks xmlns:a="http://schemas.openxmlformats.org/drawingml/2006/main" noGrp="1"/>
          </p:cNvSpPr>
          <p:nvPr/>
        </p:nvSpPr>
        <p:spPr>
          <a:xfrm xmlns:a="http://schemas.openxmlformats.org/drawingml/2006/main">
            <a:off x="609600" y="2181225"/>
            <a:ext cx="24003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9" name="01 / Cambio">
            <a:extLst xmlns:a="http://schemas.openxmlformats.org/drawingml/2006/main">
              <a:ext uri="{FF2B5EF4-FFF2-40B4-BE49-F238E27FC236}">
                <a16:creationId xmlns:a16="http://schemas.microsoft.com/office/drawing/2014/main" id="{77C14FF9-FC27-4975-A8BC-4CA8AF6B9103}"/>
              </a:ext>
            </a:extLst>
          </p:cNvPr>
          <p:cNvSpPr>
            <a:spLocks xmlns:a="http://schemas.openxmlformats.org/drawingml/2006/main" noGrp="1"/>
          </p:cNvSpPr>
          <p:nvPr/>
        </p:nvSpPr>
        <p:spPr>
          <a:xfrm xmlns:a="http://schemas.openxmlformats.org/drawingml/2006/main">
            <a:off x="742950" y="22479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01 / Cambio</a:t>
            </a:r>
          </a:p>
        </p:txBody>
      </p:sp>
      <p:sp>
        <p:nvSpPr>
          <p:cNvPr id="10" name="PR y revisión&#10;Contratos versionados">
            <a:extLst xmlns:a="http://schemas.openxmlformats.org/drawingml/2006/main">
              <a:ext uri="{FF2B5EF4-FFF2-40B4-BE49-F238E27FC236}">
                <a16:creationId xmlns:a16="http://schemas.microsoft.com/office/drawing/2014/main" id="{2C1DF0F7-83F4-4882-8990-BB26E1FDDB70}"/>
              </a:ext>
            </a:extLst>
          </p:cNvPr>
          <p:cNvSpPr>
            <a:spLocks xmlns:a="http://schemas.openxmlformats.org/drawingml/2006/main" noGrp="1"/>
          </p:cNvSpPr>
          <p:nvPr/>
        </p:nvSpPr>
        <p:spPr>
          <a:xfrm xmlns:a="http://schemas.openxmlformats.org/drawingml/2006/main">
            <a:off x="742950" y="2762250"/>
            <a:ext cx="213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PR y revisión</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Contratos versionados</a:t>
            </a:r>
          </a:p>
        </p:txBody>
      </p:sp>
      <p:cxnSp>
        <p:nvCxnSpPr>
          <p:cNvPr id="11" name="">
            <a:extLst xmlns:a="http://schemas.openxmlformats.org/drawingml/2006/main">
              <a:ext uri="{FF2B5EF4-FFF2-40B4-BE49-F238E27FC236}">
                <a16:creationId xmlns:a16="http://schemas.microsoft.com/office/drawing/2014/main" id="{3E661538-8BA1-4933-8C51-5347859FA6E0}"/>
              </a:ext>
            </a:extLst>
          </p:cNvPr>
          <p:cNvCxnSpPr/>
          <p:nvPr/>
        </p:nvCxnSpPr>
        <p:spPr>
          <a:xfrm xmlns:a="http://schemas.openxmlformats.org/drawingml/2006/main">
            <a:off x="3009900" y="2733675"/>
            <a:ext cx="4572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12" name="">
            <a:extLst xmlns:a="http://schemas.openxmlformats.org/drawingml/2006/main">
              <a:ext uri="{FF2B5EF4-FFF2-40B4-BE49-F238E27FC236}">
                <a16:creationId xmlns:a16="http://schemas.microsoft.com/office/drawing/2014/main" id="{C625405E-4DC0-4314-90C1-D6381C03703E}"/>
              </a:ext>
            </a:extLst>
          </p:cNvPr>
          <p:cNvSpPr>
            <a:spLocks xmlns:a="http://schemas.openxmlformats.org/drawingml/2006/main" noGrp="1"/>
          </p:cNvSpPr>
          <p:nvPr/>
        </p:nvSpPr>
        <p:spPr>
          <a:xfrm xmlns:a="http://schemas.openxmlformats.org/drawingml/2006/main">
            <a:off x="3467100" y="2181225"/>
            <a:ext cx="2400300" cy="11049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DDF9CCC-3037-4FCB-9727-5E97BC023477}"/>
              </a:ext>
            </a:extLst>
          </p:cNvPr>
          <p:cNvSpPr>
            <a:spLocks xmlns:a="http://schemas.openxmlformats.org/drawingml/2006/main" noGrp="1"/>
          </p:cNvSpPr>
          <p:nvPr/>
        </p:nvSpPr>
        <p:spPr>
          <a:xfrm xmlns:a="http://schemas.openxmlformats.org/drawingml/2006/main">
            <a:off x="3467100" y="2181225"/>
            <a:ext cx="24003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4" name="02 / Validación">
            <a:extLst xmlns:a="http://schemas.openxmlformats.org/drawingml/2006/main">
              <a:ext uri="{FF2B5EF4-FFF2-40B4-BE49-F238E27FC236}">
                <a16:creationId xmlns:a16="http://schemas.microsoft.com/office/drawing/2014/main" id="{C687C2EC-6158-4F1E-B426-2012CCCCEBDA}"/>
              </a:ext>
            </a:extLst>
          </p:cNvPr>
          <p:cNvSpPr>
            <a:spLocks xmlns:a="http://schemas.openxmlformats.org/drawingml/2006/main" noGrp="1"/>
          </p:cNvSpPr>
          <p:nvPr/>
        </p:nvSpPr>
        <p:spPr>
          <a:xfrm xmlns:a="http://schemas.openxmlformats.org/drawingml/2006/main">
            <a:off x="3600450" y="22479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02 / Validación</a:t>
            </a:r>
          </a:p>
        </p:txBody>
      </p:sp>
      <p:sp>
        <p:nvSpPr>
          <p:cNvPr id="15" name="Lint, tipos y pruebas&#10;Builds afectados">
            <a:extLst xmlns:a="http://schemas.openxmlformats.org/drawingml/2006/main">
              <a:ext uri="{FF2B5EF4-FFF2-40B4-BE49-F238E27FC236}">
                <a16:creationId xmlns:a16="http://schemas.microsoft.com/office/drawing/2014/main" id="{6506AB2C-BF6A-4327-A879-7C78DA7F4842}"/>
              </a:ext>
            </a:extLst>
          </p:cNvPr>
          <p:cNvSpPr>
            <a:spLocks xmlns:a="http://schemas.openxmlformats.org/drawingml/2006/main" noGrp="1"/>
          </p:cNvSpPr>
          <p:nvPr/>
        </p:nvSpPr>
        <p:spPr>
          <a:xfrm xmlns:a="http://schemas.openxmlformats.org/drawingml/2006/main">
            <a:off x="3600450" y="2762250"/>
            <a:ext cx="213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Lint, tipos y pruebas</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Builds afectados</a:t>
            </a:r>
          </a:p>
        </p:txBody>
      </p:sp>
      <p:cxnSp>
        <p:nvCxnSpPr>
          <p:cNvPr id="16" name="">
            <a:extLst xmlns:a="http://schemas.openxmlformats.org/drawingml/2006/main">
              <a:ext uri="{FF2B5EF4-FFF2-40B4-BE49-F238E27FC236}">
                <a16:creationId xmlns:a16="http://schemas.microsoft.com/office/drawing/2014/main" id="{49395B5A-856E-4CDB-93EE-9537625A0F12}"/>
              </a:ext>
            </a:extLst>
          </p:cNvPr>
          <p:cNvCxnSpPr/>
          <p:nvPr/>
        </p:nvCxnSpPr>
        <p:spPr>
          <a:xfrm xmlns:a="http://schemas.openxmlformats.org/drawingml/2006/main">
            <a:off x="5867400" y="2733675"/>
            <a:ext cx="4572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17" name="">
            <a:extLst xmlns:a="http://schemas.openxmlformats.org/drawingml/2006/main">
              <a:ext uri="{FF2B5EF4-FFF2-40B4-BE49-F238E27FC236}">
                <a16:creationId xmlns:a16="http://schemas.microsoft.com/office/drawing/2014/main" id="{2219A0B7-3471-4446-A466-258AF8C42012}"/>
              </a:ext>
            </a:extLst>
          </p:cNvPr>
          <p:cNvSpPr>
            <a:spLocks xmlns:a="http://schemas.openxmlformats.org/drawingml/2006/main" noGrp="1"/>
          </p:cNvSpPr>
          <p:nvPr/>
        </p:nvSpPr>
        <p:spPr>
          <a:xfrm xmlns:a="http://schemas.openxmlformats.org/drawingml/2006/main">
            <a:off x="6324600" y="2181225"/>
            <a:ext cx="2400300" cy="11049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98A0B0-35B0-49BE-93F1-D594D1C69FB7}"/>
              </a:ext>
            </a:extLst>
          </p:cNvPr>
          <p:cNvSpPr>
            <a:spLocks xmlns:a="http://schemas.openxmlformats.org/drawingml/2006/main" noGrp="1"/>
          </p:cNvSpPr>
          <p:nvPr/>
        </p:nvSpPr>
        <p:spPr>
          <a:xfrm xmlns:a="http://schemas.openxmlformats.org/drawingml/2006/main">
            <a:off x="6324600" y="2181225"/>
            <a:ext cx="24003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9" name="03 / Artefactos">
            <a:extLst xmlns:a="http://schemas.openxmlformats.org/drawingml/2006/main">
              <a:ext uri="{FF2B5EF4-FFF2-40B4-BE49-F238E27FC236}">
                <a16:creationId xmlns:a16="http://schemas.microsoft.com/office/drawing/2014/main" id="{31963AEE-397B-4D8A-85F0-2DDBC466B49B}"/>
              </a:ext>
            </a:extLst>
          </p:cNvPr>
          <p:cNvSpPr>
            <a:spLocks xmlns:a="http://schemas.openxmlformats.org/drawingml/2006/main" noGrp="1"/>
          </p:cNvSpPr>
          <p:nvPr/>
        </p:nvSpPr>
        <p:spPr>
          <a:xfrm xmlns:a="http://schemas.openxmlformats.org/drawingml/2006/main">
            <a:off x="6457950" y="22479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03 / Artefactos</a:t>
            </a:r>
          </a:p>
        </p:txBody>
      </p:sp>
      <p:sp>
        <p:nvSpPr>
          <p:cNvPr id="20" name="Clientes firmados&#10;Servicios versionados">
            <a:extLst xmlns:a="http://schemas.openxmlformats.org/drawingml/2006/main">
              <a:ext uri="{FF2B5EF4-FFF2-40B4-BE49-F238E27FC236}">
                <a16:creationId xmlns:a16="http://schemas.microsoft.com/office/drawing/2014/main" id="{45560815-82D2-4C0D-ACB1-72B0B5926326}"/>
              </a:ext>
            </a:extLst>
          </p:cNvPr>
          <p:cNvSpPr>
            <a:spLocks xmlns:a="http://schemas.openxmlformats.org/drawingml/2006/main" noGrp="1"/>
          </p:cNvSpPr>
          <p:nvPr/>
        </p:nvSpPr>
        <p:spPr>
          <a:xfrm xmlns:a="http://schemas.openxmlformats.org/drawingml/2006/main">
            <a:off x="6457950" y="2762250"/>
            <a:ext cx="213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Clientes firmados</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Servicios versionados</a:t>
            </a:r>
          </a:p>
        </p:txBody>
      </p:sp>
      <p:cxnSp>
        <p:nvCxnSpPr>
          <p:cNvPr id="21" name="">
            <a:extLst xmlns:a="http://schemas.openxmlformats.org/drawingml/2006/main">
              <a:ext uri="{FF2B5EF4-FFF2-40B4-BE49-F238E27FC236}">
                <a16:creationId xmlns:a16="http://schemas.microsoft.com/office/drawing/2014/main" id="{BCAC154A-C893-4092-B4F9-F8EB8FA62E6B}"/>
              </a:ext>
            </a:extLst>
          </p:cNvPr>
          <p:cNvCxnSpPr/>
          <p:nvPr/>
        </p:nvCxnSpPr>
        <p:spPr>
          <a:xfrm xmlns:a="http://schemas.openxmlformats.org/drawingml/2006/main">
            <a:off x="8724900" y="2733675"/>
            <a:ext cx="4572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22" name="">
            <a:extLst xmlns:a="http://schemas.openxmlformats.org/drawingml/2006/main">
              <a:ext uri="{FF2B5EF4-FFF2-40B4-BE49-F238E27FC236}">
                <a16:creationId xmlns:a16="http://schemas.microsoft.com/office/drawing/2014/main" id="{4207D040-5FFA-4BB3-8B6D-06C9D27F26A0}"/>
              </a:ext>
            </a:extLst>
          </p:cNvPr>
          <p:cNvSpPr>
            <a:spLocks xmlns:a="http://schemas.openxmlformats.org/drawingml/2006/main" noGrp="1"/>
          </p:cNvSpPr>
          <p:nvPr/>
        </p:nvSpPr>
        <p:spPr>
          <a:xfrm xmlns:a="http://schemas.openxmlformats.org/drawingml/2006/main">
            <a:off x="9182100" y="2181225"/>
            <a:ext cx="2400300" cy="110490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736129F-7706-45B2-9155-F0BC8D6CAFED}"/>
              </a:ext>
            </a:extLst>
          </p:cNvPr>
          <p:cNvSpPr>
            <a:spLocks xmlns:a="http://schemas.openxmlformats.org/drawingml/2006/main" noGrp="1"/>
          </p:cNvSpPr>
          <p:nvPr/>
        </p:nvSpPr>
        <p:spPr>
          <a:xfrm xmlns:a="http://schemas.openxmlformats.org/drawingml/2006/main">
            <a:off x="9182100" y="2181225"/>
            <a:ext cx="24003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4" name="04 / Promoción">
            <a:extLst xmlns:a="http://schemas.openxmlformats.org/drawingml/2006/main">
              <a:ext uri="{FF2B5EF4-FFF2-40B4-BE49-F238E27FC236}">
                <a16:creationId xmlns:a16="http://schemas.microsoft.com/office/drawing/2014/main" id="{230EC756-715D-4871-98B2-53187AD9B0F0}"/>
              </a:ext>
            </a:extLst>
          </p:cNvPr>
          <p:cNvSpPr>
            <a:spLocks xmlns:a="http://schemas.openxmlformats.org/drawingml/2006/main" noGrp="1"/>
          </p:cNvSpPr>
          <p:nvPr/>
        </p:nvSpPr>
        <p:spPr>
          <a:xfrm xmlns:a="http://schemas.openxmlformats.org/drawingml/2006/main">
            <a:off x="9315450" y="22479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04 / Promoción</a:t>
            </a:r>
          </a:p>
        </p:txBody>
      </p:sp>
      <p:sp>
        <p:nvSpPr>
          <p:cNvPr id="25" name="QA y aprobación&#10;Misma versión aprobada">
            <a:extLst xmlns:a="http://schemas.openxmlformats.org/drawingml/2006/main">
              <a:ext uri="{FF2B5EF4-FFF2-40B4-BE49-F238E27FC236}">
                <a16:creationId xmlns:a16="http://schemas.microsoft.com/office/drawing/2014/main" id="{8DCBB3D8-B2A4-4BF2-B6F3-5893190ACF5F}"/>
              </a:ext>
            </a:extLst>
          </p:cNvPr>
          <p:cNvSpPr>
            <a:spLocks xmlns:a="http://schemas.openxmlformats.org/drawingml/2006/main" noGrp="1"/>
          </p:cNvSpPr>
          <p:nvPr/>
        </p:nvSpPr>
        <p:spPr>
          <a:xfrm xmlns:a="http://schemas.openxmlformats.org/drawingml/2006/main">
            <a:off x="9315450" y="2762250"/>
            <a:ext cx="213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QA y aprobación</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Misma versión aprobada</a:t>
            </a:r>
          </a:p>
        </p:txBody>
      </p:sp>
      <p:cxnSp>
        <p:nvCxnSpPr>
          <p:cNvPr id="26" name="">
            <a:extLst xmlns:a="http://schemas.openxmlformats.org/drawingml/2006/main">
              <a:ext uri="{FF2B5EF4-FFF2-40B4-BE49-F238E27FC236}">
                <a16:creationId xmlns:a16="http://schemas.microsoft.com/office/drawing/2014/main" id="{35F5DD39-CAED-4878-B342-276CFBFA213B}"/>
              </a:ext>
            </a:extLst>
          </p:cNvPr>
          <p:cNvCxnSpPr/>
          <p:nvPr/>
        </p:nvCxnSpPr>
        <p:spPr>
          <a:xfrm xmlns:a="http://schemas.openxmlformats.org/drawingml/2006/main">
            <a:off x="10382250" y="3286125"/>
            <a:ext cx="0" cy="228600"/>
          </a:xfrm>
          <a:prstGeom xmlns:a="http://schemas.openxmlformats.org/drawingml/2006/main" prst="straightConnector1">
            <a:avLst/>
          </a:prstGeom>
          <a:ln xmlns:a="http://schemas.openxmlformats.org/drawingml/2006/main" w="19050">
            <a:solidFill>
              <a:srgbClr val="00937F"/>
            </a:solidFill>
          </a:ln>
        </p:spPr>
      </p:cxnSp>
      <p:cxnSp>
        <p:nvCxnSpPr>
          <p:cNvPr id="27" name="">
            <a:extLst xmlns:a="http://schemas.openxmlformats.org/drawingml/2006/main">
              <a:ext uri="{FF2B5EF4-FFF2-40B4-BE49-F238E27FC236}">
                <a16:creationId xmlns:a16="http://schemas.microsoft.com/office/drawing/2014/main" id="{ADEAFA27-DECC-4E1D-A06F-A3EEF65E156F}"/>
              </a:ext>
            </a:extLst>
          </p:cNvPr>
          <p:cNvCxnSpPr/>
          <p:nvPr/>
        </p:nvCxnSpPr>
        <p:spPr>
          <a:xfrm xmlns:a="http://schemas.openxmlformats.org/drawingml/2006/main">
            <a:off x="2362200" y="3514725"/>
            <a:ext cx="8020050" cy="0"/>
          </a:xfrm>
          <a:prstGeom xmlns:a="http://schemas.openxmlformats.org/drawingml/2006/main" prst="straightConnector1">
            <a:avLst/>
          </a:prstGeom>
          <a:ln xmlns:a="http://schemas.openxmlformats.org/drawingml/2006/main" w="19050">
            <a:solidFill>
              <a:srgbClr val="00937F"/>
            </a:solidFill>
          </a:ln>
        </p:spPr>
      </p:cxnSp>
      <p:cxnSp>
        <p:nvCxnSpPr>
          <p:cNvPr id="28" name="">
            <a:extLst xmlns:a="http://schemas.openxmlformats.org/drawingml/2006/main">
              <a:ext uri="{FF2B5EF4-FFF2-40B4-BE49-F238E27FC236}">
                <a16:creationId xmlns:a16="http://schemas.microsoft.com/office/drawing/2014/main" id="{4508530B-3BC9-4BAC-8F66-C71891ADC094}"/>
              </a:ext>
            </a:extLst>
          </p:cNvPr>
          <p:cNvCxnSpPr/>
          <p:nvPr/>
        </p:nvCxnSpPr>
        <p:spPr>
          <a:xfrm xmlns:a="http://schemas.openxmlformats.org/drawingml/2006/main">
            <a:off x="2362200" y="3514725"/>
            <a:ext cx="0" cy="247650"/>
          </a:xfrm>
          <a:prstGeom xmlns:a="http://schemas.openxmlformats.org/drawingml/2006/main" prst="straightConnector1">
            <a:avLst/>
          </a:prstGeom>
          <a:ln xmlns:a="http://schemas.openxmlformats.org/drawingml/2006/main" w="19050">
            <a:solidFill>
              <a:srgbClr val="00937F"/>
            </a:solidFill>
            <a:tailEnd type="triangle" w="sm" len="sm"/>
          </a:ln>
        </p:spPr>
      </p:cxnSp>
      <p:cxnSp>
        <p:nvCxnSpPr>
          <p:cNvPr id="29" name="">
            <a:extLst xmlns:a="http://schemas.openxmlformats.org/drawingml/2006/main">
              <a:ext uri="{FF2B5EF4-FFF2-40B4-BE49-F238E27FC236}">
                <a16:creationId xmlns:a16="http://schemas.microsoft.com/office/drawing/2014/main" id="{4B59E888-9F16-4526-A18A-EBF56B78DF05}"/>
              </a:ext>
            </a:extLst>
          </p:cNvPr>
          <p:cNvCxnSpPr/>
          <p:nvPr/>
        </p:nvCxnSpPr>
        <p:spPr>
          <a:xfrm xmlns:a="http://schemas.openxmlformats.org/drawingml/2006/main">
            <a:off x="6096000" y="3514725"/>
            <a:ext cx="0" cy="247650"/>
          </a:xfrm>
          <a:prstGeom xmlns:a="http://schemas.openxmlformats.org/drawingml/2006/main" prst="straightConnector1">
            <a:avLst/>
          </a:prstGeom>
          <a:ln xmlns:a="http://schemas.openxmlformats.org/drawingml/2006/main" w="19050">
            <a:solidFill>
              <a:srgbClr val="00937F"/>
            </a:solidFill>
            <a:tailEnd type="triangle" w="sm" len="sm"/>
          </a:ln>
        </p:spPr>
      </p:cxnSp>
      <p:cxnSp>
        <p:nvCxnSpPr>
          <p:cNvPr id="30" name="">
            <a:extLst xmlns:a="http://schemas.openxmlformats.org/drawingml/2006/main">
              <a:ext uri="{FF2B5EF4-FFF2-40B4-BE49-F238E27FC236}">
                <a16:creationId xmlns:a16="http://schemas.microsoft.com/office/drawing/2014/main" id="{88AEF489-D23A-4796-A26E-16C54DB80B04}"/>
              </a:ext>
            </a:extLst>
          </p:cNvPr>
          <p:cNvCxnSpPr/>
          <p:nvPr/>
        </p:nvCxnSpPr>
        <p:spPr>
          <a:xfrm xmlns:a="http://schemas.openxmlformats.org/drawingml/2006/main">
            <a:off x="9829800" y="3514725"/>
            <a:ext cx="0" cy="24765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31" name="">
            <a:extLst xmlns:a="http://schemas.openxmlformats.org/drawingml/2006/main">
              <a:ext uri="{FF2B5EF4-FFF2-40B4-BE49-F238E27FC236}">
                <a16:creationId xmlns:a16="http://schemas.microsoft.com/office/drawing/2014/main" id="{64527402-6042-4ED7-B6F7-AC56C756EFB3}"/>
              </a:ext>
            </a:extLst>
          </p:cNvPr>
          <p:cNvSpPr>
            <a:spLocks xmlns:a="http://schemas.openxmlformats.org/drawingml/2006/main" noGrp="1"/>
          </p:cNvSpPr>
          <p:nvPr/>
        </p:nvSpPr>
        <p:spPr>
          <a:xfrm xmlns:a="http://schemas.openxmlformats.org/drawingml/2006/main">
            <a:off x="609600" y="3762375"/>
            <a:ext cx="3505200" cy="428625"/>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2" name="Chile">
            <a:extLst xmlns:a="http://schemas.openxmlformats.org/drawingml/2006/main">
              <a:ext uri="{FF2B5EF4-FFF2-40B4-BE49-F238E27FC236}">
                <a16:creationId xmlns:a16="http://schemas.microsoft.com/office/drawing/2014/main" id="{DB859826-E272-471D-AE9F-03DCFC459A92}"/>
              </a:ext>
            </a:extLst>
          </p:cNvPr>
          <p:cNvSpPr>
            <a:spLocks xmlns:a="http://schemas.openxmlformats.org/drawingml/2006/main" noGrp="1"/>
          </p:cNvSpPr>
          <p:nvPr/>
        </p:nvSpPr>
        <p:spPr>
          <a:xfrm xmlns:a="http://schemas.openxmlformats.org/drawingml/2006/main">
            <a:off x="742950" y="38290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Chile</a:t>
            </a:r>
          </a:p>
        </p:txBody>
      </p:sp>
      <p:sp>
        <p:nvSpPr>
          <p:cNvPr id="33" name="">
            <a:extLst xmlns:a="http://schemas.openxmlformats.org/drawingml/2006/main">
              <a:ext uri="{FF2B5EF4-FFF2-40B4-BE49-F238E27FC236}">
                <a16:creationId xmlns:a16="http://schemas.microsoft.com/office/drawing/2014/main" id="{C7CC2563-7154-4B93-A9F1-B17F6413102A}"/>
              </a:ext>
            </a:extLst>
          </p:cNvPr>
          <p:cNvSpPr>
            <a:spLocks xmlns:a="http://schemas.openxmlformats.org/drawingml/2006/main" noGrp="1"/>
          </p:cNvSpPr>
          <p:nvPr/>
        </p:nvSpPr>
        <p:spPr>
          <a:xfrm xmlns:a="http://schemas.openxmlformats.org/drawingml/2006/main">
            <a:off x="609600" y="4191000"/>
            <a:ext cx="3505200" cy="7048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4" name="QA">
            <a:extLst xmlns:a="http://schemas.openxmlformats.org/drawingml/2006/main">
              <a:ext uri="{FF2B5EF4-FFF2-40B4-BE49-F238E27FC236}">
                <a16:creationId xmlns:a16="http://schemas.microsoft.com/office/drawing/2014/main" id="{616AE7D1-5678-412A-8F69-C1F03C970644}"/>
              </a:ext>
            </a:extLst>
          </p:cNvPr>
          <p:cNvSpPr>
            <a:spLocks xmlns:a="http://schemas.openxmlformats.org/drawingml/2006/main" noGrp="1"/>
          </p:cNvSpPr>
          <p:nvPr/>
        </p:nvSpPr>
        <p:spPr>
          <a:xfrm xmlns:a="http://schemas.openxmlformats.org/drawingml/2006/main">
            <a:off x="800100" y="4371975"/>
            <a:ext cx="714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4383E"/>
                </a:solidFill>
                <a:latin typeface="Inter"/>
                <a:ea typeface="Inter"/>
                <a:cs typeface="Inter"/>
              </a:defRPr>
            </a:defPPr>
            <a:lvl1pPr>
              <a:defRPr sz="1800" b="1">
                <a:solidFill>
                  <a:srgbClr val="34383E"/>
                </a:solidFill>
                <a:latin typeface="Inter"/>
                <a:ea typeface="Inter"/>
                <a:cs typeface="Inter"/>
              </a:defRPr>
            </a:lvl1pPr>
            <a:lvl2pPr>
              <a:defRPr sz="1800" b="1">
                <a:solidFill>
                  <a:srgbClr val="34383E"/>
                </a:solidFill>
                <a:latin typeface="Inter"/>
                <a:ea typeface="Inter"/>
                <a:cs typeface="Inter"/>
              </a:defRPr>
            </a:lvl2pPr>
            <a:lvl3pPr>
              <a:defRPr sz="1800" b="1">
                <a:solidFill>
                  <a:srgbClr val="34383E"/>
                </a:solidFill>
                <a:latin typeface="Inter"/>
                <a:ea typeface="Inter"/>
                <a:cs typeface="Inter"/>
              </a:defRPr>
            </a:lvl3pPr>
            <a:lvl4pPr>
              <a:defRPr sz="1800" b="1">
                <a:solidFill>
                  <a:srgbClr val="34383E"/>
                </a:solidFill>
                <a:latin typeface="Inter"/>
                <a:ea typeface="Inter"/>
                <a:cs typeface="Inter"/>
              </a:defRPr>
            </a:lvl4pPr>
            <a:lvl5pPr>
              <a:defRPr sz="1800" b="1">
                <a:solidFill>
                  <a:srgbClr val="34383E"/>
                </a:solidFill>
                <a:latin typeface="Inter"/>
                <a:ea typeface="Inter"/>
                <a:cs typeface="Inter"/>
              </a:defRPr>
            </a:lvl5pPr>
            <a:lvl6pPr>
              <a:defRPr sz="1800" b="1">
                <a:solidFill>
                  <a:srgbClr val="34383E"/>
                </a:solidFill>
                <a:latin typeface="Inter"/>
                <a:ea typeface="Inter"/>
                <a:cs typeface="Inter"/>
              </a:defRPr>
            </a:lvl6pPr>
            <a:lvl7pPr>
              <a:defRPr sz="1800" b="1">
                <a:solidFill>
                  <a:srgbClr val="34383E"/>
                </a:solidFill>
                <a:latin typeface="Inter"/>
                <a:ea typeface="Inter"/>
                <a:cs typeface="Inter"/>
              </a:defRPr>
            </a:lvl7pPr>
            <a:lvl8pPr>
              <a:defRPr sz="1800" b="1">
                <a:solidFill>
                  <a:srgbClr val="34383E"/>
                </a:solidFill>
                <a:latin typeface="Inter"/>
                <a:ea typeface="Inter"/>
                <a:cs typeface="Inter"/>
              </a:defRPr>
            </a:lvl8pPr>
            <a:lvl9pPr>
              <a:defRPr sz="1800" b="1">
                <a:solidFill>
                  <a:srgbClr val="34383E"/>
                </a:solidFill>
                <a:latin typeface="Inter"/>
                <a:ea typeface="Inter"/>
                <a:cs typeface="Inter"/>
              </a:defRPr>
            </a:lvl9pPr>
          </a:lstStyle>
          <a:p xmlns:a="http://schemas.openxmlformats.org/drawingml/2006/main">
            <a:pPr>
              <a:defRPr sz="1800" b="1">
                <a:solidFill>
                  <a:srgbClr val="34383E"/>
                </a:solidFill>
                <a:latin typeface="Inter"/>
                <a:ea typeface="Inter"/>
                <a:cs typeface="Inter"/>
              </a:defRPr>
            </a:pPr>
            <a:r>
              <a:rPr sz="1800" b="1">
                <a:solidFill>
                  <a:srgbClr val="34383E"/>
                </a:solidFill>
                <a:latin typeface="Inter"/>
                <a:ea typeface="Inter"/>
                <a:cs typeface="Inter"/>
              </a:rPr>
              <a:t>QA</a:t>
            </a:r>
          </a:p>
        </p:txBody>
      </p:sp>
      <p:cxnSp>
        <p:nvCxnSpPr>
          <p:cNvPr id="35" name="">
            <a:extLst xmlns:a="http://schemas.openxmlformats.org/drawingml/2006/main">
              <a:ext uri="{FF2B5EF4-FFF2-40B4-BE49-F238E27FC236}">
                <a16:creationId xmlns:a16="http://schemas.microsoft.com/office/drawing/2014/main" id="{E9A707D1-20FD-449B-9EE1-7214A66ABF08}"/>
              </a:ext>
            </a:extLst>
          </p:cNvPr>
          <p:cNvCxnSpPr/>
          <p:nvPr/>
        </p:nvCxnSpPr>
        <p:spPr>
          <a:xfrm xmlns:a="http://schemas.openxmlformats.org/drawingml/2006/main">
            <a:off x="1628775" y="4543425"/>
            <a:ext cx="600075"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36" name="PROD">
            <a:extLst xmlns:a="http://schemas.openxmlformats.org/drawingml/2006/main">
              <a:ext uri="{FF2B5EF4-FFF2-40B4-BE49-F238E27FC236}">
                <a16:creationId xmlns:a16="http://schemas.microsoft.com/office/drawing/2014/main" id="{0A085197-2681-4561-B422-505F7CA7C765}"/>
              </a:ext>
            </a:extLst>
          </p:cNvPr>
          <p:cNvSpPr>
            <a:spLocks xmlns:a="http://schemas.openxmlformats.org/drawingml/2006/main" noGrp="1"/>
          </p:cNvSpPr>
          <p:nvPr/>
        </p:nvSpPr>
        <p:spPr>
          <a:xfrm xmlns:a="http://schemas.openxmlformats.org/drawingml/2006/main">
            <a:off x="2419350" y="4371975"/>
            <a:ext cx="1381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4383E"/>
                </a:solidFill>
                <a:latin typeface="Inter"/>
                <a:ea typeface="Inter"/>
                <a:cs typeface="Inter"/>
              </a:defRPr>
            </a:defPPr>
            <a:lvl1pPr>
              <a:defRPr sz="1800" b="1">
                <a:solidFill>
                  <a:srgbClr val="34383E"/>
                </a:solidFill>
                <a:latin typeface="Inter"/>
                <a:ea typeface="Inter"/>
                <a:cs typeface="Inter"/>
              </a:defRPr>
            </a:lvl1pPr>
            <a:lvl2pPr>
              <a:defRPr sz="1800" b="1">
                <a:solidFill>
                  <a:srgbClr val="34383E"/>
                </a:solidFill>
                <a:latin typeface="Inter"/>
                <a:ea typeface="Inter"/>
                <a:cs typeface="Inter"/>
              </a:defRPr>
            </a:lvl2pPr>
            <a:lvl3pPr>
              <a:defRPr sz="1800" b="1">
                <a:solidFill>
                  <a:srgbClr val="34383E"/>
                </a:solidFill>
                <a:latin typeface="Inter"/>
                <a:ea typeface="Inter"/>
                <a:cs typeface="Inter"/>
              </a:defRPr>
            </a:lvl3pPr>
            <a:lvl4pPr>
              <a:defRPr sz="1800" b="1">
                <a:solidFill>
                  <a:srgbClr val="34383E"/>
                </a:solidFill>
                <a:latin typeface="Inter"/>
                <a:ea typeface="Inter"/>
                <a:cs typeface="Inter"/>
              </a:defRPr>
            </a:lvl4pPr>
            <a:lvl5pPr>
              <a:defRPr sz="1800" b="1">
                <a:solidFill>
                  <a:srgbClr val="34383E"/>
                </a:solidFill>
                <a:latin typeface="Inter"/>
                <a:ea typeface="Inter"/>
                <a:cs typeface="Inter"/>
              </a:defRPr>
            </a:lvl5pPr>
            <a:lvl6pPr>
              <a:defRPr sz="1800" b="1">
                <a:solidFill>
                  <a:srgbClr val="34383E"/>
                </a:solidFill>
                <a:latin typeface="Inter"/>
                <a:ea typeface="Inter"/>
                <a:cs typeface="Inter"/>
              </a:defRPr>
            </a:lvl6pPr>
            <a:lvl7pPr>
              <a:defRPr sz="1800" b="1">
                <a:solidFill>
                  <a:srgbClr val="34383E"/>
                </a:solidFill>
                <a:latin typeface="Inter"/>
                <a:ea typeface="Inter"/>
                <a:cs typeface="Inter"/>
              </a:defRPr>
            </a:lvl7pPr>
            <a:lvl8pPr>
              <a:defRPr sz="1800" b="1">
                <a:solidFill>
                  <a:srgbClr val="34383E"/>
                </a:solidFill>
                <a:latin typeface="Inter"/>
                <a:ea typeface="Inter"/>
                <a:cs typeface="Inter"/>
              </a:defRPr>
            </a:lvl8pPr>
            <a:lvl9pPr>
              <a:defRPr sz="1800" b="1">
                <a:solidFill>
                  <a:srgbClr val="34383E"/>
                </a:solidFill>
                <a:latin typeface="Inter"/>
                <a:ea typeface="Inter"/>
                <a:cs typeface="Inter"/>
              </a:defRPr>
            </a:lvl9pPr>
          </a:lstStyle>
          <a:p xmlns:a="http://schemas.openxmlformats.org/drawingml/2006/main">
            <a:pPr>
              <a:defRPr sz="1800" b="1">
                <a:solidFill>
                  <a:srgbClr val="34383E"/>
                </a:solidFill>
                <a:latin typeface="Inter"/>
                <a:ea typeface="Inter"/>
                <a:cs typeface="Inter"/>
              </a:defRPr>
            </a:pPr>
            <a:r>
              <a:rPr sz="1800" b="1">
                <a:solidFill>
                  <a:srgbClr val="34383E"/>
                </a:solidFill>
                <a:latin typeface="Inter"/>
                <a:ea typeface="Inter"/>
                <a:cs typeface="Inter"/>
              </a:rPr>
              <a:t>PROD</a:t>
            </a:r>
          </a:p>
        </p:txBody>
      </p:sp>
      <p:cxnSp>
        <p:nvCxnSpPr>
          <p:cNvPr id="37" name="">
            <a:extLst xmlns:a="http://schemas.openxmlformats.org/drawingml/2006/main">
              <a:ext uri="{FF2B5EF4-FFF2-40B4-BE49-F238E27FC236}">
                <a16:creationId xmlns:a16="http://schemas.microsoft.com/office/drawing/2014/main" id="{7BFDBDF0-70BC-430B-A50E-8BD4C6F693A0}"/>
              </a:ext>
            </a:extLst>
          </p:cNvPr>
          <p:cNvCxnSpPr/>
          <p:nvPr/>
        </p:nvCxnSpPr>
        <p:spPr>
          <a:xfrm xmlns:a="http://schemas.openxmlformats.org/drawingml/2006/main">
            <a:off x="2362200" y="4895850"/>
            <a:ext cx="0" cy="238125"/>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38" name="">
            <a:extLst xmlns:a="http://schemas.openxmlformats.org/drawingml/2006/main">
              <a:ext uri="{FF2B5EF4-FFF2-40B4-BE49-F238E27FC236}">
                <a16:creationId xmlns:a16="http://schemas.microsoft.com/office/drawing/2014/main" id="{88D4E737-AC41-4415-84AB-3861290D6254}"/>
              </a:ext>
            </a:extLst>
          </p:cNvPr>
          <p:cNvSpPr>
            <a:spLocks xmlns:a="http://schemas.openxmlformats.org/drawingml/2006/main" noGrp="1"/>
          </p:cNvSpPr>
          <p:nvPr/>
        </p:nvSpPr>
        <p:spPr>
          <a:xfrm xmlns:a="http://schemas.openxmlformats.org/drawingml/2006/main">
            <a:off x="4343400" y="3762375"/>
            <a:ext cx="3505200" cy="428625"/>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9" name="Perú">
            <a:extLst xmlns:a="http://schemas.openxmlformats.org/drawingml/2006/main">
              <a:ext uri="{FF2B5EF4-FFF2-40B4-BE49-F238E27FC236}">
                <a16:creationId xmlns:a16="http://schemas.microsoft.com/office/drawing/2014/main" id="{42067A0F-A9FF-4E43-8DF4-DB8EDBC1B627}"/>
              </a:ext>
            </a:extLst>
          </p:cNvPr>
          <p:cNvSpPr>
            <a:spLocks xmlns:a="http://schemas.openxmlformats.org/drawingml/2006/main" noGrp="1"/>
          </p:cNvSpPr>
          <p:nvPr/>
        </p:nvSpPr>
        <p:spPr>
          <a:xfrm xmlns:a="http://schemas.openxmlformats.org/drawingml/2006/main">
            <a:off x="4476750" y="38290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Perú</a:t>
            </a:r>
          </a:p>
        </p:txBody>
      </p:sp>
      <p:sp>
        <p:nvSpPr>
          <p:cNvPr id="40" name="">
            <a:extLst xmlns:a="http://schemas.openxmlformats.org/drawingml/2006/main">
              <a:ext uri="{FF2B5EF4-FFF2-40B4-BE49-F238E27FC236}">
                <a16:creationId xmlns:a16="http://schemas.microsoft.com/office/drawing/2014/main" id="{39EC082C-5941-4E69-930E-DD855818FF2A}"/>
              </a:ext>
            </a:extLst>
          </p:cNvPr>
          <p:cNvSpPr>
            <a:spLocks xmlns:a="http://schemas.openxmlformats.org/drawingml/2006/main" noGrp="1"/>
          </p:cNvSpPr>
          <p:nvPr/>
        </p:nvSpPr>
        <p:spPr>
          <a:xfrm xmlns:a="http://schemas.openxmlformats.org/drawingml/2006/main">
            <a:off x="4343400" y="4191000"/>
            <a:ext cx="3505200" cy="7048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1" name="QA">
            <a:extLst xmlns:a="http://schemas.openxmlformats.org/drawingml/2006/main">
              <a:ext uri="{FF2B5EF4-FFF2-40B4-BE49-F238E27FC236}">
                <a16:creationId xmlns:a16="http://schemas.microsoft.com/office/drawing/2014/main" id="{962870AB-6E0E-485A-B829-281039E78D0C}"/>
              </a:ext>
            </a:extLst>
          </p:cNvPr>
          <p:cNvSpPr>
            <a:spLocks xmlns:a="http://schemas.openxmlformats.org/drawingml/2006/main" noGrp="1"/>
          </p:cNvSpPr>
          <p:nvPr/>
        </p:nvSpPr>
        <p:spPr>
          <a:xfrm xmlns:a="http://schemas.openxmlformats.org/drawingml/2006/main">
            <a:off x="4533900" y="4371975"/>
            <a:ext cx="714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4383E"/>
                </a:solidFill>
                <a:latin typeface="Inter"/>
                <a:ea typeface="Inter"/>
                <a:cs typeface="Inter"/>
              </a:defRPr>
            </a:defPPr>
            <a:lvl1pPr>
              <a:defRPr sz="1800" b="1">
                <a:solidFill>
                  <a:srgbClr val="34383E"/>
                </a:solidFill>
                <a:latin typeface="Inter"/>
                <a:ea typeface="Inter"/>
                <a:cs typeface="Inter"/>
              </a:defRPr>
            </a:lvl1pPr>
            <a:lvl2pPr>
              <a:defRPr sz="1800" b="1">
                <a:solidFill>
                  <a:srgbClr val="34383E"/>
                </a:solidFill>
                <a:latin typeface="Inter"/>
                <a:ea typeface="Inter"/>
                <a:cs typeface="Inter"/>
              </a:defRPr>
            </a:lvl2pPr>
            <a:lvl3pPr>
              <a:defRPr sz="1800" b="1">
                <a:solidFill>
                  <a:srgbClr val="34383E"/>
                </a:solidFill>
                <a:latin typeface="Inter"/>
                <a:ea typeface="Inter"/>
                <a:cs typeface="Inter"/>
              </a:defRPr>
            </a:lvl3pPr>
            <a:lvl4pPr>
              <a:defRPr sz="1800" b="1">
                <a:solidFill>
                  <a:srgbClr val="34383E"/>
                </a:solidFill>
                <a:latin typeface="Inter"/>
                <a:ea typeface="Inter"/>
                <a:cs typeface="Inter"/>
              </a:defRPr>
            </a:lvl4pPr>
            <a:lvl5pPr>
              <a:defRPr sz="1800" b="1">
                <a:solidFill>
                  <a:srgbClr val="34383E"/>
                </a:solidFill>
                <a:latin typeface="Inter"/>
                <a:ea typeface="Inter"/>
                <a:cs typeface="Inter"/>
              </a:defRPr>
            </a:lvl5pPr>
            <a:lvl6pPr>
              <a:defRPr sz="1800" b="1">
                <a:solidFill>
                  <a:srgbClr val="34383E"/>
                </a:solidFill>
                <a:latin typeface="Inter"/>
                <a:ea typeface="Inter"/>
                <a:cs typeface="Inter"/>
              </a:defRPr>
            </a:lvl6pPr>
            <a:lvl7pPr>
              <a:defRPr sz="1800" b="1">
                <a:solidFill>
                  <a:srgbClr val="34383E"/>
                </a:solidFill>
                <a:latin typeface="Inter"/>
                <a:ea typeface="Inter"/>
                <a:cs typeface="Inter"/>
              </a:defRPr>
            </a:lvl7pPr>
            <a:lvl8pPr>
              <a:defRPr sz="1800" b="1">
                <a:solidFill>
                  <a:srgbClr val="34383E"/>
                </a:solidFill>
                <a:latin typeface="Inter"/>
                <a:ea typeface="Inter"/>
                <a:cs typeface="Inter"/>
              </a:defRPr>
            </a:lvl8pPr>
            <a:lvl9pPr>
              <a:defRPr sz="1800" b="1">
                <a:solidFill>
                  <a:srgbClr val="34383E"/>
                </a:solidFill>
                <a:latin typeface="Inter"/>
                <a:ea typeface="Inter"/>
                <a:cs typeface="Inter"/>
              </a:defRPr>
            </a:lvl9pPr>
          </a:lstStyle>
          <a:p xmlns:a="http://schemas.openxmlformats.org/drawingml/2006/main">
            <a:pPr>
              <a:defRPr sz="1800" b="1">
                <a:solidFill>
                  <a:srgbClr val="34383E"/>
                </a:solidFill>
                <a:latin typeface="Inter"/>
                <a:ea typeface="Inter"/>
                <a:cs typeface="Inter"/>
              </a:defRPr>
            </a:pPr>
            <a:r>
              <a:rPr sz="1800" b="1">
                <a:solidFill>
                  <a:srgbClr val="34383E"/>
                </a:solidFill>
                <a:latin typeface="Inter"/>
                <a:ea typeface="Inter"/>
                <a:cs typeface="Inter"/>
              </a:rPr>
              <a:t>QA</a:t>
            </a:r>
          </a:p>
        </p:txBody>
      </p:sp>
      <p:cxnSp>
        <p:nvCxnSpPr>
          <p:cNvPr id="42" name="">
            <a:extLst xmlns:a="http://schemas.openxmlformats.org/drawingml/2006/main">
              <a:ext uri="{FF2B5EF4-FFF2-40B4-BE49-F238E27FC236}">
                <a16:creationId xmlns:a16="http://schemas.microsoft.com/office/drawing/2014/main" id="{1C1DBF08-70CE-40B5-8580-CC6B3C6CEDF4}"/>
              </a:ext>
            </a:extLst>
          </p:cNvPr>
          <p:cNvCxnSpPr/>
          <p:nvPr/>
        </p:nvCxnSpPr>
        <p:spPr>
          <a:xfrm xmlns:a="http://schemas.openxmlformats.org/drawingml/2006/main">
            <a:off x="5362575" y="4543425"/>
            <a:ext cx="600075"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43" name="PROD">
            <a:extLst xmlns:a="http://schemas.openxmlformats.org/drawingml/2006/main">
              <a:ext uri="{FF2B5EF4-FFF2-40B4-BE49-F238E27FC236}">
                <a16:creationId xmlns:a16="http://schemas.microsoft.com/office/drawing/2014/main" id="{7BB2C4A1-5CB0-4773-AA14-A4A0A21F37A0}"/>
              </a:ext>
            </a:extLst>
          </p:cNvPr>
          <p:cNvSpPr>
            <a:spLocks xmlns:a="http://schemas.openxmlformats.org/drawingml/2006/main" noGrp="1"/>
          </p:cNvSpPr>
          <p:nvPr/>
        </p:nvSpPr>
        <p:spPr>
          <a:xfrm xmlns:a="http://schemas.openxmlformats.org/drawingml/2006/main">
            <a:off x="6153150" y="4371975"/>
            <a:ext cx="1381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4383E"/>
                </a:solidFill>
                <a:latin typeface="Inter"/>
                <a:ea typeface="Inter"/>
                <a:cs typeface="Inter"/>
              </a:defRPr>
            </a:defPPr>
            <a:lvl1pPr>
              <a:defRPr sz="1800" b="1">
                <a:solidFill>
                  <a:srgbClr val="34383E"/>
                </a:solidFill>
                <a:latin typeface="Inter"/>
                <a:ea typeface="Inter"/>
                <a:cs typeface="Inter"/>
              </a:defRPr>
            </a:lvl1pPr>
            <a:lvl2pPr>
              <a:defRPr sz="1800" b="1">
                <a:solidFill>
                  <a:srgbClr val="34383E"/>
                </a:solidFill>
                <a:latin typeface="Inter"/>
                <a:ea typeface="Inter"/>
                <a:cs typeface="Inter"/>
              </a:defRPr>
            </a:lvl2pPr>
            <a:lvl3pPr>
              <a:defRPr sz="1800" b="1">
                <a:solidFill>
                  <a:srgbClr val="34383E"/>
                </a:solidFill>
                <a:latin typeface="Inter"/>
                <a:ea typeface="Inter"/>
                <a:cs typeface="Inter"/>
              </a:defRPr>
            </a:lvl3pPr>
            <a:lvl4pPr>
              <a:defRPr sz="1800" b="1">
                <a:solidFill>
                  <a:srgbClr val="34383E"/>
                </a:solidFill>
                <a:latin typeface="Inter"/>
                <a:ea typeface="Inter"/>
                <a:cs typeface="Inter"/>
              </a:defRPr>
            </a:lvl4pPr>
            <a:lvl5pPr>
              <a:defRPr sz="1800" b="1">
                <a:solidFill>
                  <a:srgbClr val="34383E"/>
                </a:solidFill>
                <a:latin typeface="Inter"/>
                <a:ea typeface="Inter"/>
                <a:cs typeface="Inter"/>
              </a:defRPr>
            </a:lvl5pPr>
            <a:lvl6pPr>
              <a:defRPr sz="1800" b="1">
                <a:solidFill>
                  <a:srgbClr val="34383E"/>
                </a:solidFill>
                <a:latin typeface="Inter"/>
                <a:ea typeface="Inter"/>
                <a:cs typeface="Inter"/>
              </a:defRPr>
            </a:lvl6pPr>
            <a:lvl7pPr>
              <a:defRPr sz="1800" b="1">
                <a:solidFill>
                  <a:srgbClr val="34383E"/>
                </a:solidFill>
                <a:latin typeface="Inter"/>
                <a:ea typeface="Inter"/>
                <a:cs typeface="Inter"/>
              </a:defRPr>
            </a:lvl7pPr>
            <a:lvl8pPr>
              <a:defRPr sz="1800" b="1">
                <a:solidFill>
                  <a:srgbClr val="34383E"/>
                </a:solidFill>
                <a:latin typeface="Inter"/>
                <a:ea typeface="Inter"/>
                <a:cs typeface="Inter"/>
              </a:defRPr>
            </a:lvl8pPr>
            <a:lvl9pPr>
              <a:defRPr sz="1800" b="1">
                <a:solidFill>
                  <a:srgbClr val="34383E"/>
                </a:solidFill>
                <a:latin typeface="Inter"/>
                <a:ea typeface="Inter"/>
                <a:cs typeface="Inter"/>
              </a:defRPr>
            </a:lvl9pPr>
          </a:lstStyle>
          <a:p xmlns:a="http://schemas.openxmlformats.org/drawingml/2006/main">
            <a:pPr>
              <a:defRPr sz="1800" b="1">
                <a:solidFill>
                  <a:srgbClr val="34383E"/>
                </a:solidFill>
                <a:latin typeface="Inter"/>
                <a:ea typeface="Inter"/>
                <a:cs typeface="Inter"/>
              </a:defRPr>
            </a:pPr>
            <a:r>
              <a:rPr sz="1800" b="1">
                <a:solidFill>
                  <a:srgbClr val="34383E"/>
                </a:solidFill>
                <a:latin typeface="Inter"/>
                <a:ea typeface="Inter"/>
                <a:cs typeface="Inter"/>
              </a:rPr>
              <a:t>PROD</a:t>
            </a:r>
          </a:p>
        </p:txBody>
      </p:sp>
      <p:cxnSp>
        <p:nvCxnSpPr>
          <p:cNvPr id="44" name="">
            <a:extLst xmlns:a="http://schemas.openxmlformats.org/drawingml/2006/main">
              <a:ext uri="{FF2B5EF4-FFF2-40B4-BE49-F238E27FC236}">
                <a16:creationId xmlns:a16="http://schemas.microsoft.com/office/drawing/2014/main" id="{1DB266EF-EC9A-490F-A4DC-560DEBA989FD}"/>
              </a:ext>
            </a:extLst>
          </p:cNvPr>
          <p:cNvCxnSpPr/>
          <p:nvPr/>
        </p:nvCxnSpPr>
        <p:spPr>
          <a:xfrm xmlns:a="http://schemas.openxmlformats.org/drawingml/2006/main">
            <a:off x="6096000" y="4895850"/>
            <a:ext cx="0" cy="238125"/>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45" name="">
            <a:extLst xmlns:a="http://schemas.openxmlformats.org/drawingml/2006/main">
              <a:ext uri="{FF2B5EF4-FFF2-40B4-BE49-F238E27FC236}">
                <a16:creationId xmlns:a16="http://schemas.microsoft.com/office/drawing/2014/main" id="{B8CC0714-09B2-459B-BD74-EFDEF1783F38}"/>
              </a:ext>
            </a:extLst>
          </p:cNvPr>
          <p:cNvSpPr>
            <a:spLocks xmlns:a="http://schemas.openxmlformats.org/drawingml/2006/main" noGrp="1"/>
          </p:cNvSpPr>
          <p:nvPr/>
        </p:nvSpPr>
        <p:spPr>
          <a:xfrm xmlns:a="http://schemas.openxmlformats.org/drawingml/2006/main">
            <a:off x="8077200" y="3762375"/>
            <a:ext cx="3505200" cy="428625"/>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46" name="España">
            <a:extLst xmlns:a="http://schemas.openxmlformats.org/drawingml/2006/main">
              <a:ext uri="{FF2B5EF4-FFF2-40B4-BE49-F238E27FC236}">
                <a16:creationId xmlns:a16="http://schemas.microsoft.com/office/drawing/2014/main" id="{68929620-B64C-4CFC-8633-07BE383C6033}"/>
              </a:ext>
            </a:extLst>
          </p:cNvPr>
          <p:cNvSpPr>
            <a:spLocks xmlns:a="http://schemas.openxmlformats.org/drawingml/2006/main" noGrp="1"/>
          </p:cNvSpPr>
          <p:nvPr/>
        </p:nvSpPr>
        <p:spPr>
          <a:xfrm xmlns:a="http://schemas.openxmlformats.org/drawingml/2006/main">
            <a:off x="8210550" y="38290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España</a:t>
            </a:r>
          </a:p>
        </p:txBody>
      </p:sp>
      <p:sp>
        <p:nvSpPr>
          <p:cNvPr id="47" name="">
            <a:extLst xmlns:a="http://schemas.openxmlformats.org/drawingml/2006/main">
              <a:ext uri="{FF2B5EF4-FFF2-40B4-BE49-F238E27FC236}">
                <a16:creationId xmlns:a16="http://schemas.microsoft.com/office/drawing/2014/main" id="{3D906C26-28FF-408A-9116-8345A51B1514}"/>
              </a:ext>
            </a:extLst>
          </p:cNvPr>
          <p:cNvSpPr>
            <a:spLocks xmlns:a="http://schemas.openxmlformats.org/drawingml/2006/main" noGrp="1"/>
          </p:cNvSpPr>
          <p:nvPr/>
        </p:nvSpPr>
        <p:spPr>
          <a:xfrm xmlns:a="http://schemas.openxmlformats.org/drawingml/2006/main">
            <a:off x="8077200" y="4191000"/>
            <a:ext cx="3505200" cy="7048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8" name="QA">
            <a:extLst xmlns:a="http://schemas.openxmlformats.org/drawingml/2006/main">
              <a:ext uri="{FF2B5EF4-FFF2-40B4-BE49-F238E27FC236}">
                <a16:creationId xmlns:a16="http://schemas.microsoft.com/office/drawing/2014/main" id="{00D88F6C-B1C1-4554-BF38-1F61E95A1E2B}"/>
              </a:ext>
            </a:extLst>
          </p:cNvPr>
          <p:cNvSpPr>
            <a:spLocks xmlns:a="http://schemas.openxmlformats.org/drawingml/2006/main" noGrp="1"/>
          </p:cNvSpPr>
          <p:nvPr/>
        </p:nvSpPr>
        <p:spPr>
          <a:xfrm xmlns:a="http://schemas.openxmlformats.org/drawingml/2006/main">
            <a:off x="8267700" y="4371975"/>
            <a:ext cx="714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4383E"/>
                </a:solidFill>
                <a:latin typeface="Inter"/>
                <a:ea typeface="Inter"/>
                <a:cs typeface="Inter"/>
              </a:defRPr>
            </a:defPPr>
            <a:lvl1pPr>
              <a:defRPr sz="1800" b="1">
                <a:solidFill>
                  <a:srgbClr val="34383E"/>
                </a:solidFill>
                <a:latin typeface="Inter"/>
                <a:ea typeface="Inter"/>
                <a:cs typeface="Inter"/>
              </a:defRPr>
            </a:lvl1pPr>
            <a:lvl2pPr>
              <a:defRPr sz="1800" b="1">
                <a:solidFill>
                  <a:srgbClr val="34383E"/>
                </a:solidFill>
                <a:latin typeface="Inter"/>
                <a:ea typeface="Inter"/>
                <a:cs typeface="Inter"/>
              </a:defRPr>
            </a:lvl2pPr>
            <a:lvl3pPr>
              <a:defRPr sz="1800" b="1">
                <a:solidFill>
                  <a:srgbClr val="34383E"/>
                </a:solidFill>
                <a:latin typeface="Inter"/>
                <a:ea typeface="Inter"/>
                <a:cs typeface="Inter"/>
              </a:defRPr>
            </a:lvl3pPr>
            <a:lvl4pPr>
              <a:defRPr sz="1800" b="1">
                <a:solidFill>
                  <a:srgbClr val="34383E"/>
                </a:solidFill>
                <a:latin typeface="Inter"/>
                <a:ea typeface="Inter"/>
                <a:cs typeface="Inter"/>
              </a:defRPr>
            </a:lvl4pPr>
            <a:lvl5pPr>
              <a:defRPr sz="1800" b="1">
                <a:solidFill>
                  <a:srgbClr val="34383E"/>
                </a:solidFill>
                <a:latin typeface="Inter"/>
                <a:ea typeface="Inter"/>
                <a:cs typeface="Inter"/>
              </a:defRPr>
            </a:lvl5pPr>
            <a:lvl6pPr>
              <a:defRPr sz="1800" b="1">
                <a:solidFill>
                  <a:srgbClr val="34383E"/>
                </a:solidFill>
                <a:latin typeface="Inter"/>
                <a:ea typeface="Inter"/>
                <a:cs typeface="Inter"/>
              </a:defRPr>
            </a:lvl6pPr>
            <a:lvl7pPr>
              <a:defRPr sz="1800" b="1">
                <a:solidFill>
                  <a:srgbClr val="34383E"/>
                </a:solidFill>
                <a:latin typeface="Inter"/>
                <a:ea typeface="Inter"/>
                <a:cs typeface="Inter"/>
              </a:defRPr>
            </a:lvl7pPr>
            <a:lvl8pPr>
              <a:defRPr sz="1800" b="1">
                <a:solidFill>
                  <a:srgbClr val="34383E"/>
                </a:solidFill>
                <a:latin typeface="Inter"/>
                <a:ea typeface="Inter"/>
                <a:cs typeface="Inter"/>
              </a:defRPr>
            </a:lvl8pPr>
            <a:lvl9pPr>
              <a:defRPr sz="1800" b="1">
                <a:solidFill>
                  <a:srgbClr val="34383E"/>
                </a:solidFill>
                <a:latin typeface="Inter"/>
                <a:ea typeface="Inter"/>
                <a:cs typeface="Inter"/>
              </a:defRPr>
            </a:lvl9pPr>
          </a:lstStyle>
          <a:p xmlns:a="http://schemas.openxmlformats.org/drawingml/2006/main">
            <a:pPr>
              <a:defRPr sz="1800" b="1">
                <a:solidFill>
                  <a:srgbClr val="34383E"/>
                </a:solidFill>
                <a:latin typeface="Inter"/>
                <a:ea typeface="Inter"/>
                <a:cs typeface="Inter"/>
              </a:defRPr>
            </a:pPr>
            <a:r>
              <a:rPr sz="1800" b="1">
                <a:solidFill>
                  <a:srgbClr val="34383E"/>
                </a:solidFill>
                <a:latin typeface="Inter"/>
                <a:ea typeface="Inter"/>
                <a:cs typeface="Inter"/>
              </a:rPr>
              <a:t>QA</a:t>
            </a:r>
          </a:p>
        </p:txBody>
      </p:sp>
      <p:cxnSp>
        <p:nvCxnSpPr>
          <p:cNvPr id="49" name="">
            <a:extLst xmlns:a="http://schemas.openxmlformats.org/drawingml/2006/main">
              <a:ext uri="{FF2B5EF4-FFF2-40B4-BE49-F238E27FC236}">
                <a16:creationId xmlns:a16="http://schemas.microsoft.com/office/drawing/2014/main" id="{8AAAA5E6-EC09-4070-92FF-677B74892D92}"/>
              </a:ext>
            </a:extLst>
          </p:cNvPr>
          <p:cNvCxnSpPr/>
          <p:nvPr/>
        </p:nvCxnSpPr>
        <p:spPr>
          <a:xfrm xmlns:a="http://schemas.openxmlformats.org/drawingml/2006/main">
            <a:off x="9096375" y="4543425"/>
            <a:ext cx="600075"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50" name="PROD">
            <a:extLst xmlns:a="http://schemas.openxmlformats.org/drawingml/2006/main">
              <a:ext uri="{FF2B5EF4-FFF2-40B4-BE49-F238E27FC236}">
                <a16:creationId xmlns:a16="http://schemas.microsoft.com/office/drawing/2014/main" id="{80484285-E6F2-4525-B484-7BBD1E215611}"/>
              </a:ext>
            </a:extLst>
          </p:cNvPr>
          <p:cNvSpPr>
            <a:spLocks xmlns:a="http://schemas.openxmlformats.org/drawingml/2006/main" noGrp="1"/>
          </p:cNvSpPr>
          <p:nvPr/>
        </p:nvSpPr>
        <p:spPr>
          <a:xfrm xmlns:a="http://schemas.openxmlformats.org/drawingml/2006/main">
            <a:off x="9886950" y="4371975"/>
            <a:ext cx="1381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4383E"/>
                </a:solidFill>
                <a:latin typeface="Inter"/>
                <a:ea typeface="Inter"/>
                <a:cs typeface="Inter"/>
              </a:defRPr>
            </a:defPPr>
            <a:lvl1pPr>
              <a:defRPr sz="1800" b="1">
                <a:solidFill>
                  <a:srgbClr val="34383E"/>
                </a:solidFill>
                <a:latin typeface="Inter"/>
                <a:ea typeface="Inter"/>
                <a:cs typeface="Inter"/>
              </a:defRPr>
            </a:lvl1pPr>
            <a:lvl2pPr>
              <a:defRPr sz="1800" b="1">
                <a:solidFill>
                  <a:srgbClr val="34383E"/>
                </a:solidFill>
                <a:latin typeface="Inter"/>
                <a:ea typeface="Inter"/>
                <a:cs typeface="Inter"/>
              </a:defRPr>
            </a:lvl2pPr>
            <a:lvl3pPr>
              <a:defRPr sz="1800" b="1">
                <a:solidFill>
                  <a:srgbClr val="34383E"/>
                </a:solidFill>
                <a:latin typeface="Inter"/>
                <a:ea typeface="Inter"/>
                <a:cs typeface="Inter"/>
              </a:defRPr>
            </a:lvl3pPr>
            <a:lvl4pPr>
              <a:defRPr sz="1800" b="1">
                <a:solidFill>
                  <a:srgbClr val="34383E"/>
                </a:solidFill>
                <a:latin typeface="Inter"/>
                <a:ea typeface="Inter"/>
                <a:cs typeface="Inter"/>
              </a:defRPr>
            </a:lvl4pPr>
            <a:lvl5pPr>
              <a:defRPr sz="1800" b="1">
                <a:solidFill>
                  <a:srgbClr val="34383E"/>
                </a:solidFill>
                <a:latin typeface="Inter"/>
                <a:ea typeface="Inter"/>
                <a:cs typeface="Inter"/>
              </a:defRPr>
            </a:lvl5pPr>
            <a:lvl6pPr>
              <a:defRPr sz="1800" b="1">
                <a:solidFill>
                  <a:srgbClr val="34383E"/>
                </a:solidFill>
                <a:latin typeface="Inter"/>
                <a:ea typeface="Inter"/>
                <a:cs typeface="Inter"/>
              </a:defRPr>
            </a:lvl6pPr>
            <a:lvl7pPr>
              <a:defRPr sz="1800" b="1">
                <a:solidFill>
                  <a:srgbClr val="34383E"/>
                </a:solidFill>
                <a:latin typeface="Inter"/>
                <a:ea typeface="Inter"/>
                <a:cs typeface="Inter"/>
              </a:defRPr>
            </a:lvl7pPr>
            <a:lvl8pPr>
              <a:defRPr sz="1800" b="1">
                <a:solidFill>
                  <a:srgbClr val="34383E"/>
                </a:solidFill>
                <a:latin typeface="Inter"/>
                <a:ea typeface="Inter"/>
                <a:cs typeface="Inter"/>
              </a:defRPr>
            </a:lvl8pPr>
            <a:lvl9pPr>
              <a:defRPr sz="1800" b="1">
                <a:solidFill>
                  <a:srgbClr val="34383E"/>
                </a:solidFill>
                <a:latin typeface="Inter"/>
                <a:ea typeface="Inter"/>
                <a:cs typeface="Inter"/>
              </a:defRPr>
            </a:lvl9pPr>
          </a:lstStyle>
          <a:p xmlns:a="http://schemas.openxmlformats.org/drawingml/2006/main">
            <a:pPr>
              <a:defRPr sz="1800" b="1">
                <a:solidFill>
                  <a:srgbClr val="34383E"/>
                </a:solidFill>
                <a:latin typeface="Inter"/>
                <a:ea typeface="Inter"/>
                <a:cs typeface="Inter"/>
              </a:defRPr>
            </a:pPr>
            <a:r>
              <a:rPr sz="1800" b="1">
                <a:solidFill>
                  <a:srgbClr val="34383E"/>
                </a:solidFill>
                <a:latin typeface="Inter"/>
                <a:ea typeface="Inter"/>
                <a:cs typeface="Inter"/>
              </a:rPr>
              <a:t>PROD</a:t>
            </a:r>
          </a:p>
        </p:txBody>
      </p:sp>
      <p:cxnSp>
        <p:nvCxnSpPr>
          <p:cNvPr id="51" name="">
            <a:extLst xmlns:a="http://schemas.openxmlformats.org/drawingml/2006/main">
              <a:ext uri="{FF2B5EF4-FFF2-40B4-BE49-F238E27FC236}">
                <a16:creationId xmlns:a16="http://schemas.microsoft.com/office/drawing/2014/main" id="{5F172712-AE80-4479-A49A-ABCDB3236222}"/>
              </a:ext>
            </a:extLst>
          </p:cNvPr>
          <p:cNvCxnSpPr/>
          <p:nvPr/>
        </p:nvCxnSpPr>
        <p:spPr>
          <a:xfrm xmlns:a="http://schemas.openxmlformats.org/drawingml/2006/main">
            <a:off x="9829800" y="4895850"/>
            <a:ext cx="0" cy="238125"/>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52" name="">
            <a:extLst xmlns:a="http://schemas.openxmlformats.org/drawingml/2006/main">
              <a:ext uri="{FF2B5EF4-FFF2-40B4-BE49-F238E27FC236}">
                <a16:creationId xmlns:a16="http://schemas.microsoft.com/office/drawing/2014/main" id="{1588FBF1-3BB3-48A5-8842-787721232698}"/>
              </a:ext>
            </a:extLst>
          </p:cNvPr>
          <p:cNvSpPr>
            <a:spLocks xmlns:a="http://schemas.openxmlformats.org/drawingml/2006/main" noGrp="1"/>
          </p:cNvSpPr>
          <p:nvPr/>
        </p:nvSpPr>
        <p:spPr>
          <a:xfrm xmlns:a="http://schemas.openxmlformats.org/drawingml/2006/main">
            <a:off x="609600" y="5133975"/>
            <a:ext cx="10972800" cy="7048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53" name="Flota por anillos">
            <a:extLst xmlns:a="http://schemas.openxmlformats.org/drawingml/2006/main">
              <a:ext uri="{FF2B5EF4-FFF2-40B4-BE49-F238E27FC236}">
                <a16:creationId xmlns:a16="http://schemas.microsoft.com/office/drawing/2014/main" id="{A4F33825-3055-4B87-8127-CEDAFF753AFB}"/>
              </a:ext>
            </a:extLst>
          </p:cNvPr>
          <p:cNvSpPr>
            <a:spLocks xmlns:a="http://schemas.openxmlformats.org/drawingml/2006/main" noGrp="1"/>
          </p:cNvSpPr>
          <p:nvPr/>
        </p:nvSpPr>
        <p:spPr>
          <a:xfrm xmlns:a="http://schemas.openxmlformats.org/drawingml/2006/main">
            <a:off x="762000" y="524827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06DB6"/>
                </a:solidFill>
                <a:latin typeface="Inter"/>
                <a:ea typeface="Inter"/>
                <a:cs typeface="Inter"/>
              </a:defRPr>
            </a:defPPr>
            <a:lvl1pPr>
              <a:defRPr sz="1800" b="1">
                <a:solidFill>
                  <a:srgbClr val="006DB6"/>
                </a:solidFill>
                <a:latin typeface="Inter"/>
                <a:ea typeface="Inter"/>
                <a:cs typeface="Inter"/>
              </a:defRPr>
            </a:lvl1pPr>
            <a:lvl2pPr>
              <a:defRPr sz="1800" b="1">
                <a:solidFill>
                  <a:srgbClr val="006DB6"/>
                </a:solidFill>
                <a:latin typeface="Inter"/>
                <a:ea typeface="Inter"/>
                <a:cs typeface="Inter"/>
              </a:defRPr>
            </a:lvl2pPr>
            <a:lvl3pPr>
              <a:defRPr sz="1800" b="1">
                <a:solidFill>
                  <a:srgbClr val="006DB6"/>
                </a:solidFill>
                <a:latin typeface="Inter"/>
                <a:ea typeface="Inter"/>
                <a:cs typeface="Inter"/>
              </a:defRPr>
            </a:lvl3pPr>
            <a:lvl4pPr>
              <a:defRPr sz="1800" b="1">
                <a:solidFill>
                  <a:srgbClr val="006DB6"/>
                </a:solidFill>
                <a:latin typeface="Inter"/>
                <a:ea typeface="Inter"/>
                <a:cs typeface="Inter"/>
              </a:defRPr>
            </a:lvl4pPr>
            <a:lvl5pPr>
              <a:defRPr sz="1800" b="1">
                <a:solidFill>
                  <a:srgbClr val="006DB6"/>
                </a:solidFill>
                <a:latin typeface="Inter"/>
                <a:ea typeface="Inter"/>
                <a:cs typeface="Inter"/>
              </a:defRPr>
            </a:lvl5pPr>
            <a:lvl6pPr>
              <a:defRPr sz="1800" b="1">
                <a:solidFill>
                  <a:srgbClr val="006DB6"/>
                </a:solidFill>
                <a:latin typeface="Inter"/>
                <a:ea typeface="Inter"/>
                <a:cs typeface="Inter"/>
              </a:defRPr>
            </a:lvl6pPr>
            <a:lvl7pPr>
              <a:defRPr sz="1800" b="1">
                <a:solidFill>
                  <a:srgbClr val="006DB6"/>
                </a:solidFill>
                <a:latin typeface="Inter"/>
                <a:ea typeface="Inter"/>
                <a:cs typeface="Inter"/>
              </a:defRPr>
            </a:lvl7pPr>
            <a:lvl8pPr>
              <a:defRPr sz="1800" b="1">
                <a:solidFill>
                  <a:srgbClr val="006DB6"/>
                </a:solidFill>
                <a:latin typeface="Inter"/>
                <a:ea typeface="Inter"/>
                <a:cs typeface="Inter"/>
              </a:defRPr>
            </a:lvl8pPr>
            <a:lvl9pPr>
              <a:defRPr sz="1800" b="1">
                <a:solidFill>
                  <a:srgbClr val="006DB6"/>
                </a:solidFill>
                <a:latin typeface="Inter"/>
                <a:ea typeface="Inter"/>
                <a:cs typeface="Inter"/>
              </a:defRPr>
            </a:lvl9pPr>
          </a:lstStyle>
          <a:p xmlns:a="http://schemas.openxmlformats.org/drawingml/2006/main">
            <a:pPr>
              <a:defRPr sz="1800" b="1">
                <a:solidFill>
                  <a:srgbClr val="006DB6"/>
                </a:solidFill>
                <a:latin typeface="Inter"/>
                <a:ea typeface="Inter"/>
                <a:cs typeface="Inter"/>
              </a:defRPr>
            </a:pPr>
            <a:r>
              <a:rPr sz="1800" b="1">
                <a:solidFill>
                  <a:srgbClr val="006DB6"/>
                </a:solidFill>
                <a:latin typeface="Inter"/>
                <a:ea typeface="Inter"/>
                <a:cs typeface="Inter"/>
              </a:rPr>
              <a:t>Flota por anillos</a:t>
            </a:r>
          </a:p>
        </p:txBody>
      </p:sp>
      <p:sp>
        <p:nvSpPr>
          <p:cNvPr id="54" name="Laboratorio  /  tienda piloto  /  grupo de tiendas">
            <a:extLst xmlns:a="http://schemas.openxmlformats.org/drawingml/2006/main">
              <a:ext uri="{FF2B5EF4-FFF2-40B4-BE49-F238E27FC236}">
                <a16:creationId xmlns:a16="http://schemas.microsoft.com/office/drawing/2014/main" id="{DEBD5EF9-E1A7-4489-ADCF-F1DDB7B2CD85}"/>
              </a:ext>
            </a:extLst>
          </p:cNvPr>
          <p:cNvSpPr>
            <a:spLocks xmlns:a="http://schemas.openxmlformats.org/drawingml/2006/main" noGrp="1"/>
          </p:cNvSpPr>
          <p:nvPr/>
        </p:nvSpPr>
        <p:spPr>
          <a:xfrm xmlns:a="http://schemas.openxmlformats.org/drawingml/2006/main">
            <a:off x="3200400" y="52387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4383E"/>
                </a:solidFill>
                <a:latin typeface="Inter"/>
                <a:ea typeface="Inter"/>
                <a:cs typeface="Inter"/>
              </a:defRPr>
            </a:defPPr>
            <a:lvl1pPr>
              <a:defRPr sz="1725" b="0">
                <a:solidFill>
                  <a:srgbClr val="34383E"/>
                </a:solidFill>
                <a:latin typeface="Inter"/>
                <a:ea typeface="Inter"/>
                <a:cs typeface="Inter"/>
              </a:defRPr>
            </a:lvl1pPr>
            <a:lvl2pPr>
              <a:defRPr sz="1725" b="0">
                <a:solidFill>
                  <a:srgbClr val="34383E"/>
                </a:solidFill>
                <a:latin typeface="Inter"/>
                <a:ea typeface="Inter"/>
                <a:cs typeface="Inter"/>
              </a:defRPr>
            </a:lvl2pPr>
            <a:lvl3pPr>
              <a:defRPr sz="1725" b="0">
                <a:solidFill>
                  <a:srgbClr val="34383E"/>
                </a:solidFill>
                <a:latin typeface="Inter"/>
                <a:ea typeface="Inter"/>
                <a:cs typeface="Inter"/>
              </a:defRPr>
            </a:lvl3pPr>
            <a:lvl4pPr>
              <a:defRPr sz="1725" b="0">
                <a:solidFill>
                  <a:srgbClr val="34383E"/>
                </a:solidFill>
                <a:latin typeface="Inter"/>
                <a:ea typeface="Inter"/>
                <a:cs typeface="Inter"/>
              </a:defRPr>
            </a:lvl4pPr>
            <a:lvl5pPr>
              <a:defRPr sz="1725" b="0">
                <a:solidFill>
                  <a:srgbClr val="34383E"/>
                </a:solidFill>
                <a:latin typeface="Inter"/>
                <a:ea typeface="Inter"/>
                <a:cs typeface="Inter"/>
              </a:defRPr>
            </a:lvl5pPr>
            <a:lvl6pPr>
              <a:defRPr sz="1725" b="0">
                <a:solidFill>
                  <a:srgbClr val="34383E"/>
                </a:solidFill>
                <a:latin typeface="Inter"/>
                <a:ea typeface="Inter"/>
                <a:cs typeface="Inter"/>
              </a:defRPr>
            </a:lvl6pPr>
            <a:lvl7pPr>
              <a:defRPr sz="1725" b="0">
                <a:solidFill>
                  <a:srgbClr val="34383E"/>
                </a:solidFill>
                <a:latin typeface="Inter"/>
                <a:ea typeface="Inter"/>
                <a:cs typeface="Inter"/>
              </a:defRPr>
            </a:lvl7pPr>
            <a:lvl8pPr>
              <a:defRPr sz="1725" b="0">
                <a:solidFill>
                  <a:srgbClr val="34383E"/>
                </a:solidFill>
                <a:latin typeface="Inter"/>
                <a:ea typeface="Inter"/>
                <a:cs typeface="Inter"/>
              </a:defRPr>
            </a:lvl8pPr>
            <a:lvl9pPr>
              <a:defRPr sz="1725" b="0">
                <a:solidFill>
                  <a:srgbClr val="34383E"/>
                </a:solidFill>
                <a:latin typeface="Inter"/>
                <a:ea typeface="Inter"/>
                <a:cs typeface="Inter"/>
              </a:defRPr>
            </a:lvl9pPr>
          </a:lstStyle>
          <a:p xmlns:a="http://schemas.openxmlformats.org/drawingml/2006/main">
            <a:pPr>
              <a:defRPr sz="1725" b="0">
                <a:solidFill>
                  <a:srgbClr val="34383E"/>
                </a:solidFill>
                <a:latin typeface="Inter"/>
                <a:ea typeface="Inter"/>
                <a:cs typeface="Inter"/>
              </a:defRPr>
            </a:pPr>
            <a:r>
              <a:rPr sz="1725" b="0">
                <a:solidFill>
                  <a:srgbClr val="34383E"/>
                </a:solidFill>
                <a:latin typeface="Inter"/>
                <a:ea typeface="Inter"/>
                <a:cs typeface="Inter"/>
              </a:rPr>
              <a:t>Laboratorio  /  tienda piloto  /  grupo de tiendas  /  país</a:t>
            </a:r>
          </a:p>
        </p:txBody>
      </p:sp>
      <p:sp>
        <p:nvSpPr>
          <p:cNvPr id="55" name="Canales independientes para escritorio, móvil, ser">
            <a:extLst xmlns:a="http://schemas.openxmlformats.org/drawingml/2006/main">
              <a:ext uri="{FF2B5EF4-FFF2-40B4-BE49-F238E27FC236}">
                <a16:creationId xmlns:a16="http://schemas.microsoft.com/office/drawing/2014/main" id="{85858CB4-BCB5-4D48-AEB7-E9B24C6FB6FB}"/>
              </a:ext>
            </a:extLst>
          </p:cNvPr>
          <p:cNvSpPr>
            <a:spLocks xmlns:a="http://schemas.openxmlformats.org/drawingml/2006/main" noGrp="1"/>
          </p:cNvSpPr>
          <p:nvPr/>
        </p:nvSpPr>
        <p:spPr>
          <a:xfrm xmlns:a="http://schemas.openxmlformats.org/drawingml/2006/main">
            <a:off x="3200400" y="555307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Canales independientes para escritorio, móvil, servicios y documentación.</a:t>
            </a:r>
          </a:p>
        </p:txBody>
      </p:sp>
      <p:sp>
        <p:nvSpPr>
          <p:cNvPr id="56" name="">
            <a:extLst xmlns:a="http://schemas.openxmlformats.org/drawingml/2006/main">
              <a:ext uri="{FF2B5EF4-FFF2-40B4-BE49-F238E27FC236}">
                <a16:creationId xmlns:a16="http://schemas.microsoft.com/office/drawing/2014/main" id="{03E99EC5-9A99-4814-9351-A36022780D63}"/>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7" name="Compatibilidad de contratos y esquema antes de pro">
            <a:extLst xmlns:a="http://schemas.openxmlformats.org/drawingml/2006/main">
              <a:ext uri="{FF2B5EF4-FFF2-40B4-BE49-F238E27FC236}">
                <a16:creationId xmlns:a16="http://schemas.microsoft.com/office/drawing/2014/main" id="{E6CDCEBF-F31F-4966-B7B8-8D0DE4D095C9}"/>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Compatibilidad de contratos y esquema antes de promover o revertir. Actualización fuera de operaciones críticas.</a:t>
            </a:r>
          </a:p>
        </p:txBody>
      </p:sp>
    </p:spTree>
    <p:extLst>
      <p:ext uri="{BB962C8B-B14F-4D97-AF65-F5344CB8AC3E}">
        <p14:creationId xmlns:p14="http://schemas.microsoft.com/office/powerpoint/2010/main" val="14889369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4DEE896A-41DD-4166-B2B7-AF2B2A22D1CC}"/>
              </a:ext>
            </a:extLst>
          </p:cNvPr>
          <p:cNvPicPr>
            <a:picLocks xmlns:a="http://schemas.openxmlformats.org/drawingml/2006/main" noChangeAspect="1"/>
          </p:cNvPicPr>
          <p:nvPr/>
        </p:nvPicPr>
        <p:blipFill>
          <a:blip xmlns:r="http://schemas.openxmlformats.org/officeDocument/2006/relationships" xmlns:a="http://schemas.openxmlformats.org/drawingml/2006/main" r:embed="Rd13664f195374b51">
            <a:extLst>
              <a:ext uri="{96DAC541-7B7A-43D3-8B79-37D633B846F1}">
                <asvg:svgBlip xmlns:asvg="http://schemas.microsoft.com/office/drawing/2016/SVG/main" r:embed="Rf63f9005998c4c35"/>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PUESTO, SUCURSAL Y PLATAFORMA DE PAÍS">
            <a:extLst xmlns:a="http://schemas.openxmlformats.org/drawingml/2006/main">
              <a:ext uri="{FF2B5EF4-FFF2-40B4-BE49-F238E27FC236}">
                <a16:creationId xmlns:a16="http://schemas.microsoft.com/office/drawing/2014/main" id="{1E813562-FEAD-4300-B2EB-D78163687CE7}"/>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PUESTO, SUCURSAL Y PLATAFORMA DE PAÍS</a:t>
            </a:r>
          </a:p>
        </p:txBody>
      </p:sp>
      <p:sp>
        <p:nvSpPr>
          <p:cNvPr id="3" name="Stack de infraestructura propuesto">
            <a:extLst xmlns:a="http://schemas.openxmlformats.org/drawingml/2006/main">
              <a:ext uri="{FF2B5EF4-FFF2-40B4-BE49-F238E27FC236}">
                <a16:creationId xmlns:a16="http://schemas.microsoft.com/office/drawing/2014/main" id="{9BE107A5-EEAC-4C81-BE5A-9171EDEADDD5}"/>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Stack de infraestructura propuesto</a:t>
            </a:r>
          </a:p>
        </p:txBody>
      </p:sp>
      <p:sp>
        <p:nvSpPr>
          <p:cNvPr id="4" name="">
            <a:extLst xmlns:a="http://schemas.openxmlformats.org/drawingml/2006/main">
              <a:ext uri="{FF2B5EF4-FFF2-40B4-BE49-F238E27FC236}">
                <a16:creationId xmlns:a16="http://schemas.microsoft.com/office/drawing/2014/main" id="{729BCEBF-CE1A-4F7F-8F8C-4E7C98EEC903}"/>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C8D1AEF6-9036-4056-8BE4-BDBE2FA29937}"/>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7 / 16">
            <a:extLst xmlns:a="http://schemas.openxmlformats.org/drawingml/2006/main">
              <a:ext uri="{FF2B5EF4-FFF2-40B4-BE49-F238E27FC236}">
                <a16:creationId xmlns:a16="http://schemas.microsoft.com/office/drawing/2014/main" id="{ABD38010-52E9-4DBB-B683-AFF761B20CB1}"/>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07 / 16</a:t>
            </a:r>
          </a:p>
        </p:txBody>
      </p:sp>
      <p:sp>
        <p:nvSpPr>
          <p:cNvPr id="7" name="">
            <a:extLst xmlns:a="http://schemas.openxmlformats.org/drawingml/2006/main">
              <a:ext uri="{FF2B5EF4-FFF2-40B4-BE49-F238E27FC236}">
                <a16:creationId xmlns:a16="http://schemas.microsoft.com/office/drawing/2014/main" id="{3BD8C745-890D-45B9-BB4F-F7ABA72C4289}"/>
              </a:ext>
            </a:extLst>
          </p:cNvPr>
          <p:cNvSpPr>
            <a:spLocks xmlns:a="http://schemas.openxmlformats.org/drawingml/2006/main" noGrp="1"/>
          </p:cNvSpPr>
          <p:nvPr/>
        </p:nvSpPr>
        <p:spPr>
          <a:xfrm xmlns:a="http://schemas.openxmlformats.org/drawingml/2006/main">
            <a:off x="6096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8" name="Puesto de operación">
            <a:extLst xmlns:a="http://schemas.openxmlformats.org/drawingml/2006/main">
              <a:ext uri="{FF2B5EF4-FFF2-40B4-BE49-F238E27FC236}">
                <a16:creationId xmlns:a16="http://schemas.microsoft.com/office/drawing/2014/main" id="{C25CA62B-B0DD-4E38-8ED5-98BAC9566E4B}"/>
              </a:ext>
            </a:extLst>
          </p:cNvPr>
          <p:cNvSpPr>
            <a:spLocks xmlns:a="http://schemas.openxmlformats.org/drawingml/2006/main" noGrp="1"/>
          </p:cNvSpPr>
          <p:nvPr/>
        </p:nvSpPr>
        <p:spPr>
          <a:xfrm xmlns:a="http://schemas.openxmlformats.org/drawingml/2006/main">
            <a:off x="742950" y="22860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Puesto de operación</a:t>
            </a:r>
          </a:p>
        </p:txBody>
      </p:sp>
      <p:sp>
        <p:nvSpPr>
          <p:cNvPr id="9" name="">
            <a:extLst xmlns:a="http://schemas.openxmlformats.org/drawingml/2006/main">
              <a:ext uri="{FF2B5EF4-FFF2-40B4-BE49-F238E27FC236}">
                <a16:creationId xmlns:a16="http://schemas.microsoft.com/office/drawing/2014/main" id="{C3734A5E-8414-4B62-93F2-003B759193D5}"/>
              </a:ext>
            </a:extLst>
          </p:cNvPr>
          <p:cNvSpPr>
            <a:spLocks xmlns:a="http://schemas.openxmlformats.org/drawingml/2006/main" noGrp="1"/>
          </p:cNvSpPr>
          <p:nvPr/>
        </p:nvSpPr>
        <p:spPr>
          <a:xfrm xmlns:a="http://schemas.openxmlformats.org/drawingml/2006/main">
            <a:off x="609600" y="2771775"/>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Clientes">
            <a:extLst xmlns:a="http://schemas.openxmlformats.org/drawingml/2006/main">
              <a:ext uri="{FF2B5EF4-FFF2-40B4-BE49-F238E27FC236}">
                <a16:creationId xmlns:a16="http://schemas.microsoft.com/office/drawing/2014/main" id="{A26F989F-5F5C-4F56-A306-A9B78460027F}"/>
              </a:ext>
            </a:extLst>
          </p:cNvPr>
          <p:cNvSpPr>
            <a:spLocks xmlns:a="http://schemas.openxmlformats.org/drawingml/2006/main" noGrp="1"/>
          </p:cNvSpPr>
          <p:nvPr/>
        </p:nvSpPr>
        <p:spPr>
          <a:xfrm xmlns:a="http://schemas.openxmlformats.org/drawingml/2006/main">
            <a:off x="742950" y="2838450"/>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Clientes</a:t>
            </a:r>
          </a:p>
        </p:txBody>
      </p:sp>
      <p:sp>
        <p:nvSpPr>
          <p:cNvPr id="11" name="Angular + Tauri&#10;Angular + Capacitor">
            <a:extLst xmlns:a="http://schemas.openxmlformats.org/drawingml/2006/main">
              <a:ext uri="{FF2B5EF4-FFF2-40B4-BE49-F238E27FC236}">
                <a16:creationId xmlns:a16="http://schemas.microsoft.com/office/drawing/2014/main" id="{46C2C736-A194-4A12-831C-E5E47F04B8A8}"/>
              </a:ext>
            </a:extLst>
          </p:cNvPr>
          <p:cNvSpPr>
            <a:spLocks xmlns:a="http://schemas.openxmlformats.org/drawingml/2006/main" noGrp="1"/>
          </p:cNvSpPr>
          <p:nvPr/>
        </p:nvSpPr>
        <p:spPr>
          <a:xfrm xmlns:a="http://schemas.openxmlformats.org/drawingml/2006/main">
            <a:off x="742950" y="3114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Angular + Tauri</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Angular + Capacitor</a:t>
            </a:r>
          </a:p>
        </p:txBody>
      </p:sp>
      <p:sp>
        <p:nvSpPr>
          <p:cNvPr id="12" name="">
            <a:extLst xmlns:a="http://schemas.openxmlformats.org/drawingml/2006/main">
              <a:ext uri="{FF2B5EF4-FFF2-40B4-BE49-F238E27FC236}">
                <a16:creationId xmlns:a16="http://schemas.microsoft.com/office/drawing/2014/main" id="{EFE92F90-6BB8-4FAA-B288-1F18AD1E7103}"/>
              </a:ext>
            </a:extLst>
          </p:cNvPr>
          <p:cNvSpPr>
            <a:spLocks xmlns:a="http://schemas.openxmlformats.org/drawingml/2006/main" noGrp="1"/>
          </p:cNvSpPr>
          <p:nvPr/>
        </p:nvSpPr>
        <p:spPr>
          <a:xfrm xmlns:a="http://schemas.openxmlformats.org/drawingml/2006/main">
            <a:off x="609600" y="3638550"/>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3" name="Integración nativa">
            <a:extLst xmlns:a="http://schemas.openxmlformats.org/drawingml/2006/main">
              <a:ext uri="{FF2B5EF4-FFF2-40B4-BE49-F238E27FC236}">
                <a16:creationId xmlns:a16="http://schemas.microsoft.com/office/drawing/2014/main" id="{89EB2A5D-1308-4201-B123-051E209DAA6C}"/>
              </a:ext>
            </a:extLst>
          </p:cNvPr>
          <p:cNvSpPr>
            <a:spLocks xmlns:a="http://schemas.openxmlformats.org/drawingml/2006/main" noGrp="1"/>
          </p:cNvSpPr>
          <p:nvPr/>
        </p:nvSpPr>
        <p:spPr>
          <a:xfrm xmlns:a="http://schemas.openxmlformats.org/drawingml/2006/main">
            <a:off x="742950" y="3705225"/>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Integración nativa</a:t>
            </a:r>
          </a:p>
        </p:txBody>
      </p:sp>
      <p:sp>
        <p:nvSpPr>
          <p:cNvPr id="14" name="SDK y periféricos homologados&#10;Permisos por disposi">
            <a:extLst xmlns:a="http://schemas.openxmlformats.org/drawingml/2006/main">
              <a:ext uri="{FF2B5EF4-FFF2-40B4-BE49-F238E27FC236}">
                <a16:creationId xmlns:a16="http://schemas.microsoft.com/office/drawing/2014/main" id="{688CF1A2-2632-4935-B8AD-39AF1AE7995C}"/>
              </a:ext>
            </a:extLst>
          </p:cNvPr>
          <p:cNvSpPr>
            <a:spLocks xmlns:a="http://schemas.openxmlformats.org/drawingml/2006/main" noGrp="1"/>
          </p:cNvSpPr>
          <p:nvPr/>
        </p:nvSpPr>
        <p:spPr>
          <a:xfrm xmlns:a="http://schemas.openxmlformats.org/drawingml/2006/main">
            <a:off x="742950" y="39814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SDK y periféricos homologados</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Permisos por dispositivo</a:t>
            </a:r>
          </a:p>
        </p:txBody>
      </p:sp>
      <p:sp>
        <p:nvSpPr>
          <p:cNvPr id="15" name="">
            <a:extLst xmlns:a="http://schemas.openxmlformats.org/drawingml/2006/main">
              <a:ext uri="{FF2B5EF4-FFF2-40B4-BE49-F238E27FC236}">
                <a16:creationId xmlns:a16="http://schemas.microsoft.com/office/drawing/2014/main" id="{C55EF421-BB29-4979-8EFF-B6E27ECE4774}"/>
              </a:ext>
            </a:extLst>
          </p:cNvPr>
          <p:cNvSpPr>
            <a:spLocks xmlns:a="http://schemas.openxmlformats.org/drawingml/2006/main" noGrp="1"/>
          </p:cNvSpPr>
          <p:nvPr/>
        </p:nvSpPr>
        <p:spPr>
          <a:xfrm xmlns:a="http://schemas.openxmlformats.org/drawingml/2006/main">
            <a:off x="609600" y="4505325"/>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Conectividad">
            <a:extLst xmlns:a="http://schemas.openxmlformats.org/drawingml/2006/main">
              <a:ext uri="{FF2B5EF4-FFF2-40B4-BE49-F238E27FC236}">
                <a16:creationId xmlns:a16="http://schemas.microsoft.com/office/drawing/2014/main" id="{88AA4970-A412-46F1-8A73-8E7A00EEF6E6}"/>
              </a:ext>
            </a:extLst>
          </p:cNvPr>
          <p:cNvSpPr>
            <a:spLocks xmlns:a="http://schemas.openxmlformats.org/drawingml/2006/main" noGrp="1"/>
          </p:cNvSpPr>
          <p:nvPr/>
        </p:nvSpPr>
        <p:spPr>
          <a:xfrm xmlns:a="http://schemas.openxmlformats.org/drawingml/2006/main">
            <a:off x="742950" y="4572000"/>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Conectividad</a:t>
            </a:r>
          </a:p>
        </p:txBody>
      </p:sp>
      <p:sp>
        <p:nvSpPr>
          <p:cNvPr id="17" name="API autorizada de sucursal&#10;Sin acceso SQL desde el">
            <a:extLst xmlns:a="http://schemas.openxmlformats.org/drawingml/2006/main">
              <a:ext uri="{FF2B5EF4-FFF2-40B4-BE49-F238E27FC236}">
                <a16:creationId xmlns:a16="http://schemas.microsoft.com/office/drawing/2014/main" id="{91AAD3B9-1FDA-41E5-A3F6-2023A6F0BC82}"/>
              </a:ext>
            </a:extLst>
          </p:cNvPr>
          <p:cNvSpPr>
            <a:spLocks xmlns:a="http://schemas.openxmlformats.org/drawingml/2006/main" noGrp="1"/>
          </p:cNvSpPr>
          <p:nvPr/>
        </p:nvSpPr>
        <p:spPr>
          <a:xfrm xmlns:a="http://schemas.openxmlformats.org/drawingml/2006/main">
            <a:off x="742950" y="48482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API autorizada de sucursal</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Sin acceso SQL desde el cliente</a:t>
            </a:r>
          </a:p>
        </p:txBody>
      </p:sp>
      <p:sp>
        <p:nvSpPr>
          <p:cNvPr id="18" name="">
            <a:extLst xmlns:a="http://schemas.openxmlformats.org/drawingml/2006/main">
              <a:ext uri="{FF2B5EF4-FFF2-40B4-BE49-F238E27FC236}">
                <a16:creationId xmlns:a16="http://schemas.microsoft.com/office/drawing/2014/main" id="{15513403-860B-4F31-8EEC-928CBF22D87F}"/>
              </a:ext>
            </a:extLst>
          </p:cNvPr>
          <p:cNvSpPr>
            <a:spLocks xmlns:a="http://schemas.openxmlformats.org/drawingml/2006/main" noGrp="1"/>
          </p:cNvSpPr>
          <p:nvPr/>
        </p:nvSpPr>
        <p:spPr>
          <a:xfrm xmlns:a="http://schemas.openxmlformats.org/drawingml/2006/main">
            <a:off x="43434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9" name="Servidor de sucursal">
            <a:extLst xmlns:a="http://schemas.openxmlformats.org/drawingml/2006/main">
              <a:ext uri="{FF2B5EF4-FFF2-40B4-BE49-F238E27FC236}">
                <a16:creationId xmlns:a16="http://schemas.microsoft.com/office/drawing/2014/main" id="{609786FA-7990-492D-AB07-0F75C7C51BCB}"/>
              </a:ext>
            </a:extLst>
          </p:cNvPr>
          <p:cNvSpPr>
            <a:spLocks xmlns:a="http://schemas.openxmlformats.org/drawingml/2006/main" noGrp="1"/>
          </p:cNvSpPr>
          <p:nvPr/>
        </p:nvSpPr>
        <p:spPr>
          <a:xfrm xmlns:a="http://schemas.openxmlformats.org/drawingml/2006/main">
            <a:off x="4476750" y="22860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Servidor de sucursal</a:t>
            </a:r>
          </a:p>
        </p:txBody>
      </p:sp>
      <p:sp>
        <p:nvSpPr>
          <p:cNvPr id="20" name="">
            <a:extLst xmlns:a="http://schemas.openxmlformats.org/drawingml/2006/main">
              <a:ext uri="{FF2B5EF4-FFF2-40B4-BE49-F238E27FC236}">
                <a16:creationId xmlns:a16="http://schemas.microsoft.com/office/drawing/2014/main" id="{93A7F07C-C2DA-4E20-87A1-592F3B33CCF8}"/>
              </a:ext>
            </a:extLst>
          </p:cNvPr>
          <p:cNvSpPr>
            <a:spLocks xmlns:a="http://schemas.openxmlformats.org/drawingml/2006/main" noGrp="1"/>
          </p:cNvSpPr>
          <p:nvPr/>
        </p:nvSpPr>
        <p:spPr>
          <a:xfrm xmlns:a="http://schemas.openxmlformats.org/drawingml/2006/main">
            <a:off x="4343400" y="2771775"/>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1" name="Aplicaciones">
            <a:extLst xmlns:a="http://schemas.openxmlformats.org/drawingml/2006/main">
              <a:ext uri="{FF2B5EF4-FFF2-40B4-BE49-F238E27FC236}">
                <a16:creationId xmlns:a16="http://schemas.microsoft.com/office/drawing/2014/main" id="{7C77EEA8-F727-4A14-AF18-823F4AF88274}"/>
              </a:ext>
            </a:extLst>
          </p:cNvPr>
          <p:cNvSpPr>
            <a:spLocks xmlns:a="http://schemas.openxmlformats.org/drawingml/2006/main" noGrp="1"/>
          </p:cNvSpPr>
          <p:nvPr/>
        </p:nvSpPr>
        <p:spPr>
          <a:xfrm xmlns:a="http://schemas.openxmlformats.org/drawingml/2006/main">
            <a:off x="4476750" y="2838450"/>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Aplicaciones</a:t>
            </a:r>
          </a:p>
        </p:txBody>
      </p:sp>
      <p:sp>
        <p:nvSpPr>
          <p:cNvPr id="22" name="NestJS + Fastify / Node.js&#10;API y worker supervisad">
            <a:extLst xmlns:a="http://schemas.openxmlformats.org/drawingml/2006/main">
              <a:ext uri="{FF2B5EF4-FFF2-40B4-BE49-F238E27FC236}">
                <a16:creationId xmlns:a16="http://schemas.microsoft.com/office/drawing/2014/main" id="{0FCE359F-6E6F-401C-9FB8-7E7EA481DE9A}"/>
              </a:ext>
            </a:extLst>
          </p:cNvPr>
          <p:cNvSpPr>
            <a:spLocks xmlns:a="http://schemas.openxmlformats.org/drawingml/2006/main" noGrp="1"/>
          </p:cNvSpPr>
          <p:nvPr/>
        </p:nvSpPr>
        <p:spPr>
          <a:xfrm xmlns:a="http://schemas.openxmlformats.org/drawingml/2006/main">
            <a:off x="4476750" y="3114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NestJS + Fastify / Node.js</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API y worker supervisados</a:t>
            </a:r>
          </a:p>
        </p:txBody>
      </p:sp>
      <p:sp>
        <p:nvSpPr>
          <p:cNvPr id="23" name="">
            <a:extLst xmlns:a="http://schemas.openxmlformats.org/drawingml/2006/main">
              <a:ext uri="{FF2B5EF4-FFF2-40B4-BE49-F238E27FC236}">
                <a16:creationId xmlns:a16="http://schemas.microsoft.com/office/drawing/2014/main" id="{0A8F8F51-EA18-4F7D-B814-EF410A0A3C9F}"/>
              </a:ext>
            </a:extLst>
          </p:cNvPr>
          <p:cNvSpPr>
            <a:spLocks xmlns:a="http://schemas.openxmlformats.org/drawingml/2006/main" noGrp="1"/>
          </p:cNvSpPr>
          <p:nvPr/>
        </p:nvSpPr>
        <p:spPr>
          <a:xfrm xmlns:a="http://schemas.openxmlformats.org/drawingml/2006/main">
            <a:off x="4343400" y="3638550"/>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Datos">
            <a:extLst xmlns:a="http://schemas.openxmlformats.org/drawingml/2006/main">
              <a:ext uri="{FF2B5EF4-FFF2-40B4-BE49-F238E27FC236}">
                <a16:creationId xmlns:a16="http://schemas.microsoft.com/office/drawing/2014/main" id="{A5AB8D7D-7AB8-4CC2-A6E0-51CAD3D0790F}"/>
              </a:ext>
            </a:extLst>
          </p:cNvPr>
          <p:cNvSpPr>
            <a:spLocks xmlns:a="http://schemas.openxmlformats.org/drawingml/2006/main" noGrp="1"/>
          </p:cNvSpPr>
          <p:nvPr/>
        </p:nvSpPr>
        <p:spPr>
          <a:xfrm xmlns:a="http://schemas.openxmlformats.org/drawingml/2006/main">
            <a:off x="4476750" y="3705225"/>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Datos</a:t>
            </a:r>
          </a:p>
        </p:txBody>
      </p:sp>
      <p:sp>
        <p:nvSpPr>
          <p:cNvPr id="25" name="PostgreSQL&#10;Negocio, inbox/outbox y espejos">
            <a:extLst xmlns:a="http://schemas.openxmlformats.org/drawingml/2006/main">
              <a:ext uri="{FF2B5EF4-FFF2-40B4-BE49-F238E27FC236}">
                <a16:creationId xmlns:a16="http://schemas.microsoft.com/office/drawing/2014/main" id="{BF2C5E77-B0B6-4DFD-8F23-12752D78FDD1}"/>
              </a:ext>
            </a:extLst>
          </p:cNvPr>
          <p:cNvSpPr>
            <a:spLocks xmlns:a="http://schemas.openxmlformats.org/drawingml/2006/main" noGrp="1"/>
          </p:cNvSpPr>
          <p:nvPr/>
        </p:nvSpPr>
        <p:spPr>
          <a:xfrm xmlns:a="http://schemas.openxmlformats.org/drawingml/2006/main">
            <a:off x="4476750" y="39814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PostgreSQL</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Negocio, inbox/outbox y espejos</a:t>
            </a:r>
          </a:p>
        </p:txBody>
      </p:sp>
      <p:sp>
        <p:nvSpPr>
          <p:cNvPr id="26" name="">
            <a:extLst xmlns:a="http://schemas.openxmlformats.org/drawingml/2006/main">
              <a:ext uri="{FF2B5EF4-FFF2-40B4-BE49-F238E27FC236}">
                <a16:creationId xmlns:a16="http://schemas.microsoft.com/office/drawing/2014/main" id="{52C2DD66-7816-4354-8E55-73A5C20ADAF3}"/>
              </a:ext>
            </a:extLst>
          </p:cNvPr>
          <p:cNvSpPr>
            <a:spLocks xmlns:a="http://schemas.openxmlformats.org/drawingml/2006/main" noGrp="1"/>
          </p:cNvSpPr>
          <p:nvPr/>
        </p:nvSpPr>
        <p:spPr>
          <a:xfrm xmlns:a="http://schemas.openxmlformats.org/drawingml/2006/main">
            <a:off x="4343400" y="4505325"/>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7" name="Continuidad">
            <a:extLst xmlns:a="http://schemas.openxmlformats.org/drawingml/2006/main">
              <a:ext uri="{FF2B5EF4-FFF2-40B4-BE49-F238E27FC236}">
                <a16:creationId xmlns:a16="http://schemas.microsoft.com/office/drawing/2014/main" id="{A631D4E7-CA98-49A1-A258-7A8533E26A5A}"/>
              </a:ext>
            </a:extLst>
          </p:cNvPr>
          <p:cNvSpPr>
            <a:spLocks xmlns:a="http://schemas.openxmlformats.org/drawingml/2006/main" noGrp="1"/>
          </p:cNvSpPr>
          <p:nvPr/>
        </p:nvSpPr>
        <p:spPr>
          <a:xfrm xmlns:a="http://schemas.openxmlformats.org/drawingml/2006/main">
            <a:off x="4476750" y="4572000"/>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Continuidad</a:t>
            </a:r>
          </a:p>
        </p:txBody>
      </p:sp>
      <p:sp>
        <p:nvSpPr>
          <p:cNvPr id="28" name="Backups y restore probado&#10;Opera sin WAN con LAN di">
            <a:extLst xmlns:a="http://schemas.openxmlformats.org/drawingml/2006/main">
              <a:ext uri="{FF2B5EF4-FFF2-40B4-BE49-F238E27FC236}">
                <a16:creationId xmlns:a16="http://schemas.microsoft.com/office/drawing/2014/main" id="{46C86BC0-4F44-4C65-AF1E-2B6F6F9F4D1F}"/>
              </a:ext>
            </a:extLst>
          </p:cNvPr>
          <p:cNvSpPr>
            <a:spLocks xmlns:a="http://schemas.openxmlformats.org/drawingml/2006/main" noGrp="1"/>
          </p:cNvSpPr>
          <p:nvPr/>
        </p:nvSpPr>
        <p:spPr>
          <a:xfrm xmlns:a="http://schemas.openxmlformats.org/drawingml/2006/main">
            <a:off x="4476750" y="48482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Backups y restore probado</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Opera sin WAN con LAN disponible</a:t>
            </a:r>
          </a:p>
        </p:txBody>
      </p:sp>
      <p:sp>
        <p:nvSpPr>
          <p:cNvPr id="29" name="">
            <a:extLst xmlns:a="http://schemas.openxmlformats.org/drawingml/2006/main">
              <a:ext uri="{FF2B5EF4-FFF2-40B4-BE49-F238E27FC236}">
                <a16:creationId xmlns:a16="http://schemas.microsoft.com/office/drawing/2014/main" id="{B18931B1-C9DA-46D8-8CE6-0821E3C3AA35}"/>
              </a:ext>
            </a:extLst>
          </p:cNvPr>
          <p:cNvSpPr>
            <a:spLocks xmlns:a="http://schemas.openxmlformats.org/drawingml/2006/main" noGrp="1"/>
          </p:cNvSpPr>
          <p:nvPr/>
        </p:nvSpPr>
        <p:spPr>
          <a:xfrm xmlns:a="http://schemas.openxmlformats.org/drawingml/2006/main">
            <a:off x="8077200" y="221932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0" name="Plataforma de país">
            <a:extLst xmlns:a="http://schemas.openxmlformats.org/drawingml/2006/main">
              <a:ext uri="{FF2B5EF4-FFF2-40B4-BE49-F238E27FC236}">
                <a16:creationId xmlns:a16="http://schemas.microsoft.com/office/drawing/2014/main" id="{7A26791B-C89B-428B-BB21-5848B2326D71}"/>
              </a:ext>
            </a:extLst>
          </p:cNvPr>
          <p:cNvSpPr>
            <a:spLocks xmlns:a="http://schemas.openxmlformats.org/drawingml/2006/main" noGrp="1"/>
          </p:cNvSpPr>
          <p:nvPr/>
        </p:nvSpPr>
        <p:spPr>
          <a:xfrm xmlns:a="http://schemas.openxmlformats.org/drawingml/2006/main">
            <a:off x="8210550" y="22860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Plataforma de país</a:t>
            </a:r>
          </a:p>
        </p:txBody>
      </p:sp>
      <p:sp>
        <p:nvSpPr>
          <p:cNvPr id="31" name="">
            <a:extLst xmlns:a="http://schemas.openxmlformats.org/drawingml/2006/main">
              <a:ext uri="{FF2B5EF4-FFF2-40B4-BE49-F238E27FC236}">
                <a16:creationId xmlns:a16="http://schemas.microsoft.com/office/drawing/2014/main" id="{45CF6A8C-06A8-4D07-815D-B4191C515793}"/>
              </a:ext>
            </a:extLst>
          </p:cNvPr>
          <p:cNvSpPr>
            <a:spLocks xmlns:a="http://schemas.openxmlformats.org/drawingml/2006/main" noGrp="1"/>
          </p:cNvSpPr>
          <p:nvPr/>
        </p:nvSpPr>
        <p:spPr>
          <a:xfrm xmlns:a="http://schemas.openxmlformats.org/drawingml/2006/main">
            <a:off x="8077200" y="2771775"/>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2" name="Aplicaciones">
            <a:extLst xmlns:a="http://schemas.openxmlformats.org/drawingml/2006/main">
              <a:ext uri="{FF2B5EF4-FFF2-40B4-BE49-F238E27FC236}">
                <a16:creationId xmlns:a16="http://schemas.microsoft.com/office/drawing/2014/main" id="{96135244-B8E7-4B4F-97E5-7676B412F484}"/>
              </a:ext>
            </a:extLst>
          </p:cNvPr>
          <p:cNvSpPr>
            <a:spLocks xmlns:a="http://schemas.openxmlformats.org/drawingml/2006/main" noGrp="1"/>
          </p:cNvSpPr>
          <p:nvPr/>
        </p:nvSpPr>
        <p:spPr>
          <a:xfrm xmlns:a="http://schemas.openxmlformats.org/drawingml/2006/main">
            <a:off x="8210550" y="2838450"/>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Aplicaciones</a:t>
            </a:r>
          </a:p>
        </p:txBody>
      </p:sp>
      <p:sp>
        <p:nvSpPr>
          <p:cNvPr id="33" name="API de país y workers&#10;Adaptador ERP en su red auto">
            <a:extLst xmlns:a="http://schemas.openxmlformats.org/drawingml/2006/main">
              <a:ext uri="{FF2B5EF4-FFF2-40B4-BE49-F238E27FC236}">
                <a16:creationId xmlns:a16="http://schemas.microsoft.com/office/drawing/2014/main" id="{F1C82C08-7195-43DC-9316-46BF15B09CAA}"/>
              </a:ext>
            </a:extLst>
          </p:cNvPr>
          <p:cNvSpPr>
            <a:spLocks xmlns:a="http://schemas.openxmlformats.org/drawingml/2006/main" noGrp="1"/>
          </p:cNvSpPr>
          <p:nvPr/>
        </p:nvSpPr>
        <p:spPr>
          <a:xfrm xmlns:a="http://schemas.openxmlformats.org/drawingml/2006/main">
            <a:off x="8210550" y="3114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API de país y workers</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Adaptador ERP en su red autorizada</a:t>
            </a:r>
          </a:p>
        </p:txBody>
      </p:sp>
      <p:sp>
        <p:nvSpPr>
          <p:cNvPr id="34" name="">
            <a:extLst xmlns:a="http://schemas.openxmlformats.org/drawingml/2006/main">
              <a:ext uri="{FF2B5EF4-FFF2-40B4-BE49-F238E27FC236}">
                <a16:creationId xmlns:a16="http://schemas.microsoft.com/office/drawing/2014/main" id="{B4F4BD9C-3F67-4AD6-93DB-2B180010A631}"/>
              </a:ext>
            </a:extLst>
          </p:cNvPr>
          <p:cNvSpPr>
            <a:spLocks xmlns:a="http://schemas.openxmlformats.org/drawingml/2006/main" noGrp="1"/>
          </p:cNvSpPr>
          <p:nvPr/>
        </p:nvSpPr>
        <p:spPr>
          <a:xfrm xmlns:a="http://schemas.openxmlformats.org/drawingml/2006/main">
            <a:off x="8077200" y="3638550"/>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5" name="Datos y seguridad">
            <a:extLst xmlns:a="http://schemas.openxmlformats.org/drawingml/2006/main">
              <a:ext uri="{FF2B5EF4-FFF2-40B4-BE49-F238E27FC236}">
                <a16:creationId xmlns:a16="http://schemas.microsoft.com/office/drawing/2014/main" id="{65B72CB7-E472-476A-9299-7575D11E4B15}"/>
              </a:ext>
            </a:extLst>
          </p:cNvPr>
          <p:cNvSpPr>
            <a:spLocks xmlns:a="http://schemas.openxmlformats.org/drawingml/2006/main" noGrp="1"/>
          </p:cNvSpPr>
          <p:nvPr/>
        </p:nvSpPr>
        <p:spPr>
          <a:xfrm xmlns:a="http://schemas.openxmlformats.org/drawingml/2006/main">
            <a:off x="8210550" y="3705225"/>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Datos y seguridad</a:t>
            </a:r>
          </a:p>
        </p:txBody>
      </p:sp>
      <p:sp>
        <p:nvSpPr>
          <p:cNvPr id="36" name="PostgreSQL operativo por país&#10;TLS, identidad y sec">
            <a:extLst xmlns:a="http://schemas.openxmlformats.org/drawingml/2006/main">
              <a:ext uri="{FF2B5EF4-FFF2-40B4-BE49-F238E27FC236}">
                <a16:creationId xmlns:a16="http://schemas.microsoft.com/office/drawing/2014/main" id="{7CEB0C37-4883-4594-A888-E631B5C47DF1}"/>
              </a:ext>
            </a:extLst>
          </p:cNvPr>
          <p:cNvSpPr>
            <a:spLocks xmlns:a="http://schemas.openxmlformats.org/drawingml/2006/main" noGrp="1"/>
          </p:cNvSpPr>
          <p:nvPr/>
        </p:nvSpPr>
        <p:spPr>
          <a:xfrm xmlns:a="http://schemas.openxmlformats.org/drawingml/2006/main">
            <a:off x="8210550" y="39814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PostgreSQL operativo por país</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TLS, identidad y secretos</a:t>
            </a:r>
          </a:p>
        </p:txBody>
      </p:sp>
      <p:sp>
        <p:nvSpPr>
          <p:cNvPr id="37" name="">
            <a:extLst xmlns:a="http://schemas.openxmlformats.org/drawingml/2006/main">
              <a:ext uri="{FF2B5EF4-FFF2-40B4-BE49-F238E27FC236}">
                <a16:creationId xmlns:a16="http://schemas.microsoft.com/office/drawing/2014/main" id="{1861316F-378C-43EA-9BFF-311494896877}"/>
              </a:ext>
            </a:extLst>
          </p:cNvPr>
          <p:cNvSpPr>
            <a:spLocks xmlns:a="http://schemas.openxmlformats.org/drawingml/2006/main" noGrp="1"/>
          </p:cNvSpPr>
          <p:nvPr/>
        </p:nvSpPr>
        <p:spPr>
          <a:xfrm xmlns:a="http://schemas.openxmlformats.org/drawingml/2006/main">
            <a:off x="8077200" y="4505325"/>
            <a:ext cx="3505200" cy="771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8" name="Alojamiento">
            <a:extLst xmlns:a="http://schemas.openxmlformats.org/drawingml/2006/main">
              <a:ext uri="{FF2B5EF4-FFF2-40B4-BE49-F238E27FC236}">
                <a16:creationId xmlns:a16="http://schemas.microsoft.com/office/drawing/2014/main" id="{1A3063EA-F3FE-4D84-926E-D526A073B033}"/>
              </a:ext>
            </a:extLst>
          </p:cNvPr>
          <p:cNvSpPr>
            <a:spLocks xmlns:a="http://schemas.openxmlformats.org/drawingml/2006/main" noGrp="1"/>
          </p:cNvSpPr>
          <p:nvPr/>
        </p:nvSpPr>
        <p:spPr>
          <a:xfrm xmlns:a="http://schemas.openxmlformats.org/drawingml/2006/main">
            <a:off x="8210550" y="4572000"/>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Alojamiento</a:t>
            </a:r>
          </a:p>
        </p:txBody>
      </p:sp>
      <p:sp>
        <p:nvSpPr>
          <p:cNvPr id="39" name="Cloud autorizado o VM privada&#10;GCP es opción por co">
            <a:extLst xmlns:a="http://schemas.openxmlformats.org/drawingml/2006/main">
              <a:ext uri="{FF2B5EF4-FFF2-40B4-BE49-F238E27FC236}">
                <a16:creationId xmlns:a16="http://schemas.microsoft.com/office/drawing/2014/main" id="{29219F67-6BBE-49F7-B3FA-C3030AA5490E}"/>
              </a:ext>
            </a:extLst>
          </p:cNvPr>
          <p:cNvSpPr>
            <a:spLocks xmlns:a="http://schemas.openxmlformats.org/drawingml/2006/main" noGrp="1"/>
          </p:cNvSpPr>
          <p:nvPr/>
        </p:nvSpPr>
        <p:spPr>
          <a:xfrm xmlns:a="http://schemas.openxmlformats.org/drawingml/2006/main">
            <a:off x="8210550" y="48482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Cloud autorizado o VM privada</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GCP es opción por confirmar</a:t>
            </a:r>
          </a:p>
        </p:txBody>
      </p:sp>
      <p:sp>
        <p:nvSpPr>
          <p:cNvPr id="40" name="">
            <a:extLst xmlns:a="http://schemas.openxmlformats.org/drawingml/2006/main">
              <a:ext uri="{FF2B5EF4-FFF2-40B4-BE49-F238E27FC236}">
                <a16:creationId xmlns:a16="http://schemas.microsoft.com/office/drawing/2014/main" id="{8E8BEC0E-E751-4A26-8A5E-48DC68E23871}"/>
              </a:ext>
            </a:extLst>
          </p:cNvPr>
          <p:cNvSpPr>
            <a:spLocks xmlns:a="http://schemas.openxmlformats.org/drawingml/2006/main" noGrp="1"/>
          </p:cNvSpPr>
          <p:nvPr/>
        </p:nvSpPr>
        <p:spPr>
          <a:xfrm xmlns:a="http://schemas.openxmlformats.org/drawingml/2006/main">
            <a:off x="609600" y="5495925"/>
            <a:ext cx="10972800" cy="4095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1" name="Transversal">
            <a:extLst xmlns:a="http://schemas.openxmlformats.org/drawingml/2006/main">
              <a:ext uri="{FF2B5EF4-FFF2-40B4-BE49-F238E27FC236}">
                <a16:creationId xmlns:a16="http://schemas.microsoft.com/office/drawing/2014/main" id="{EF83FB78-9C20-4FE6-A298-4D587518BA2E}"/>
              </a:ext>
            </a:extLst>
          </p:cNvPr>
          <p:cNvSpPr>
            <a:spLocks xmlns:a="http://schemas.openxmlformats.org/drawingml/2006/main" noGrp="1"/>
          </p:cNvSpPr>
          <p:nvPr/>
        </p:nvSpPr>
        <p:spPr>
          <a:xfrm xmlns:a="http://schemas.openxmlformats.org/drawingml/2006/main">
            <a:off x="742950" y="55721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6DB6"/>
                </a:solidFill>
                <a:latin typeface="Inter"/>
                <a:ea typeface="Inter"/>
                <a:cs typeface="Inter"/>
              </a:defRPr>
            </a:defPPr>
            <a:lvl1pPr>
              <a:defRPr sz="1575" b="1">
                <a:solidFill>
                  <a:srgbClr val="006DB6"/>
                </a:solidFill>
                <a:latin typeface="Inter"/>
                <a:ea typeface="Inter"/>
                <a:cs typeface="Inter"/>
              </a:defRPr>
            </a:lvl1pPr>
            <a:lvl2pPr>
              <a:defRPr sz="1575" b="1">
                <a:solidFill>
                  <a:srgbClr val="006DB6"/>
                </a:solidFill>
                <a:latin typeface="Inter"/>
                <a:ea typeface="Inter"/>
                <a:cs typeface="Inter"/>
              </a:defRPr>
            </a:lvl2pPr>
            <a:lvl3pPr>
              <a:defRPr sz="1575" b="1">
                <a:solidFill>
                  <a:srgbClr val="006DB6"/>
                </a:solidFill>
                <a:latin typeface="Inter"/>
                <a:ea typeface="Inter"/>
                <a:cs typeface="Inter"/>
              </a:defRPr>
            </a:lvl3pPr>
            <a:lvl4pPr>
              <a:defRPr sz="1575" b="1">
                <a:solidFill>
                  <a:srgbClr val="006DB6"/>
                </a:solidFill>
                <a:latin typeface="Inter"/>
                <a:ea typeface="Inter"/>
                <a:cs typeface="Inter"/>
              </a:defRPr>
            </a:lvl4pPr>
            <a:lvl5pPr>
              <a:defRPr sz="1575" b="1">
                <a:solidFill>
                  <a:srgbClr val="006DB6"/>
                </a:solidFill>
                <a:latin typeface="Inter"/>
                <a:ea typeface="Inter"/>
                <a:cs typeface="Inter"/>
              </a:defRPr>
            </a:lvl5pPr>
            <a:lvl6pPr>
              <a:defRPr sz="1575" b="1">
                <a:solidFill>
                  <a:srgbClr val="006DB6"/>
                </a:solidFill>
                <a:latin typeface="Inter"/>
                <a:ea typeface="Inter"/>
                <a:cs typeface="Inter"/>
              </a:defRPr>
            </a:lvl6pPr>
            <a:lvl7pPr>
              <a:defRPr sz="1575" b="1">
                <a:solidFill>
                  <a:srgbClr val="006DB6"/>
                </a:solidFill>
                <a:latin typeface="Inter"/>
                <a:ea typeface="Inter"/>
                <a:cs typeface="Inter"/>
              </a:defRPr>
            </a:lvl7pPr>
            <a:lvl8pPr>
              <a:defRPr sz="1575" b="1">
                <a:solidFill>
                  <a:srgbClr val="006DB6"/>
                </a:solidFill>
                <a:latin typeface="Inter"/>
                <a:ea typeface="Inter"/>
                <a:cs typeface="Inter"/>
              </a:defRPr>
            </a:lvl8pPr>
            <a:lvl9pPr>
              <a:defRPr sz="1575" b="1">
                <a:solidFill>
                  <a:srgbClr val="006DB6"/>
                </a:solidFill>
                <a:latin typeface="Inter"/>
                <a:ea typeface="Inter"/>
                <a:cs typeface="Inter"/>
              </a:defRPr>
            </a:lvl9pPr>
          </a:lstStyle>
          <a:p xmlns:a="http://schemas.openxmlformats.org/drawingml/2006/main">
            <a:pPr>
              <a:defRPr sz="1575" b="1">
                <a:solidFill>
                  <a:srgbClr val="006DB6"/>
                </a:solidFill>
                <a:latin typeface="Inter"/>
                <a:ea typeface="Inter"/>
                <a:cs typeface="Inter"/>
              </a:defRPr>
            </a:pPr>
            <a:r>
              <a:rPr sz="1575" b="1">
                <a:solidFill>
                  <a:srgbClr val="006DB6"/>
                </a:solidFill>
                <a:latin typeface="Inter"/>
                <a:ea typeface="Inter"/>
                <a:cs typeface="Inter"/>
              </a:rPr>
              <a:t>Transversal</a:t>
            </a:r>
          </a:p>
        </p:txBody>
      </p:sp>
      <p:sp>
        <p:nvSpPr>
          <p:cNvPr id="42" name="Pino / Sentry propuestos  ·  métricas operativas  ">
            <a:extLst xmlns:a="http://schemas.openxmlformats.org/drawingml/2006/main">
              <a:ext uri="{FF2B5EF4-FFF2-40B4-BE49-F238E27FC236}">
                <a16:creationId xmlns:a16="http://schemas.microsoft.com/office/drawing/2014/main" id="{8DC36189-C16A-45C2-9A89-3AC27FF32A9D}"/>
              </a:ext>
            </a:extLst>
          </p:cNvPr>
          <p:cNvSpPr>
            <a:spLocks xmlns:a="http://schemas.openxmlformats.org/drawingml/2006/main" noGrp="1"/>
          </p:cNvSpPr>
          <p:nvPr/>
        </p:nvSpPr>
        <p:spPr>
          <a:xfrm xmlns:a="http://schemas.openxmlformats.org/drawingml/2006/main">
            <a:off x="2409825" y="5591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Pino / Sentry propuestos  ·  métricas operativas  ·  correlación  ·  recuperación</a:t>
            </a:r>
          </a:p>
        </p:txBody>
      </p:sp>
      <p:sp>
        <p:nvSpPr>
          <p:cNvPr id="43" name="">
            <a:extLst xmlns:a="http://schemas.openxmlformats.org/drawingml/2006/main">
              <a:ext uri="{FF2B5EF4-FFF2-40B4-BE49-F238E27FC236}">
                <a16:creationId xmlns:a16="http://schemas.microsoft.com/office/drawing/2014/main" id="{401380EE-4085-451A-9EF7-4BC61CFB8DB0}"/>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44" name="Base de sincronización: PostgreSQL + workers + HTT">
            <a:extLst xmlns:a="http://schemas.openxmlformats.org/drawingml/2006/main">
              <a:ext uri="{FF2B5EF4-FFF2-40B4-BE49-F238E27FC236}">
                <a16:creationId xmlns:a16="http://schemas.microsoft.com/office/drawing/2014/main" id="{F8E69FD3-E5B6-454D-BD2D-C205D3342820}"/>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Base de sincronización: PostgreSQL + workers + HTTPS durable. Broker central según necesidad y destino aprobado.</a:t>
            </a:r>
          </a:p>
        </p:txBody>
      </p:sp>
    </p:spTree>
    <p:extLst>
      <p:ext uri="{BB962C8B-B14F-4D97-AF65-F5344CB8AC3E}">
        <p14:creationId xmlns:p14="http://schemas.microsoft.com/office/powerpoint/2010/main" val="9957616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D399BA11-A1CB-4E08-A407-9E320E375CFA}"/>
              </a:ext>
            </a:extLst>
          </p:cNvPr>
          <p:cNvPicPr>
            <a:picLocks xmlns:a="http://schemas.openxmlformats.org/drawingml/2006/main" noChangeAspect="1"/>
          </p:cNvPicPr>
          <p:nvPr/>
        </p:nvPicPr>
        <p:blipFill>
          <a:blip xmlns:r="http://schemas.openxmlformats.org/officeDocument/2006/relationships" xmlns:a="http://schemas.openxmlformats.org/drawingml/2006/main" r:embed="R8fd45b5a75844571">
            <a:extLst>
              <a:ext uri="{96DAC541-7B7A-43D3-8B79-37D633B846F1}">
                <asvg:svgBlip xmlns:asvg="http://schemas.microsoft.com/office/drawing/2016/SVG/main" r:embed="R6a5d22e330d24b7c"/>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BENEFICIO DE ARQUITECTURA">
            <a:extLst xmlns:a="http://schemas.openxmlformats.org/drawingml/2006/main">
              <a:ext uri="{FF2B5EF4-FFF2-40B4-BE49-F238E27FC236}">
                <a16:creationId xmlns:a16="http://schemas.microsoft.com/office/drawing/2014/main" id="{302EE516-6E25-4811-89FF-1366D296A427}"/>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BENEFICIO DE ARQUITECTURA</a:t>
            </a:r>
          </a:p>
        </p:txBody>
      </p:sp>
      <p:sp>
        <p:nvSpPr>
          <p:cNvPr id="3" name="Desacoplamiento del ERP">
            <a:extLst xmlns:a="http://schemas.openxmlformats.org/drawingml/2006/main">
              <a:ext uri="{FF2B5EF4-FFF2-40B4-BE49-F238E27FC236}">
                <a16:creationId xmlns:a16="http://schemas.microsoft.com/office/drawing/2014/main" id="{1501CE7D-5EAF-4D66-B7B6-FEE9A1E2D325}"/>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Desacoplamiento del ERP</a:t>
            </a:r>
          </a:p>
        </p:txBody>
      </p:sp>
      <p:sp>
        <p:nvSpPr>
          <p:cNvPr id="4" name="">
            <a:extLst xmlns:a="http://schemas.openxmlformats.org/drawingml/2006/main">
              <a:ext uri="{FF2B5EF4-FFF2-40B4-BE49-F238E27FC236}">
                <a16:creationId xmlns:a16="http://schemas.microsoft.com/office/drawing/2014/main" id="{FE2727F7-8C24-4251-98E3-DF4F04109AF3}"/>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83335BDB-EBEB-4A39-AE0C-D87E314E1A08}"/>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8 / 16">
            <a:extLst xmlns:a="http://schemas.openxmlformats.org/drawingml/2006/main">
              <a:ext uri="{FF2B5EF4-FFF2-40B4-BE49-F238E27FC236}">
                <a16:creationId xmlns:a16="http://schemas.microsoft.com/office/drawing/2014/main" id="{4FF3EE2D-D276-4F0D-835E-00360680E9E0}"/>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08 / 16</a:t>
            </a:r>
          </a:p>
        </p:txBody>
      </p:sp>
      <p:sp>
        <p:nvSpPr>
          <p:cNvPr id="7" name="Confirmación local">
            <a:extLst xmlns:a="http://schemas.openxmlformats.org/drawingml/2006/main">
              <a:ext uri="{FF2B5EF4-FFF2-40B4-BE49-F238E27FC236}">
                <a16:creationId xmlns:a16="http://schemas.microsoft.com/office/drawing/2014/main" id="{CD7BC109-AA03-486C-B500-31D71FB09188}"/>
              </a:ext>
            </a:extLst>
          </p:cNvPr>
          <p:cNvSpPr>
            <a:spLocks xmlns:a="http://schemas.openxmlformats.org/drawingml/2006/main" noGrp="1"/>
          </p:cNvSpPr>
          <p:nvPr/>
        </p:nvSpPr>
        <p:spPr>
          <a:xfrm xmlns:a="http://schemas.openxmlformats.org/drawingml/2006/main">
            <a:off x="609600" y="2238375"/>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6DB6"/>
                </a:solidFill>
                <a:latin typeface="Inter"/>
                <a:ea typeface="Inter"/>
                <a:cs typeface="Inter"/>
              </a:defRPr>
            </a:defPPr>
            <a:lvl1pPr>
              <a:defRPr sz="1875" b="1">
                <a:solidFill>
                  <a:srgbClr val="006DB6"/>
                </a:solidFill>
                <a:latin typeface="Inter"/>
                <a:ea typeface="Inter"/>
                <a:cs typeface="Inter"/>
              </a:defRPr>
            </a:lvl1pPr>
            <a:lvl2pPr>
              <a:defRPr sz="1875" b="1">
                <a:solidFill>
                  <a:srgbClr val="006DB6"/>
                </a:solidFill>
                <a:latin typeface="Inter"/>
                <a:ea typeface="Inter"/>
                <a:cs typeface="Inter"/>
              </a:defRPr>
            </a:lvl2pPr>
            <a:lvl3pPr>
              <a:defRPr sz="1875" b="1">
                <a:solidFill>
                  <a:srgbClr val="006DB6"/>
                </a:solidFill>
                <a:latin typeface="Inter"/>
                <a:ea typeface="Inter"/>
                <a:cs typeface="Inter"/>
              </a:defRPr>
            </a:lvl3pPr>
            <a:lvl4pPr>
              <a:defRPr sz="1875" b="1">
                <a:solidFill>
                  <a:srgbClr val="006DB6"/>
                </a:solidFill>
                <a:latin typeface="Inter"/>
                <a:ea typeface="Inter"/>
                <a:cs typeface="Inter"/>
              </a:defRPr>
            </a:lvl4pPr>
            <a:lvl5pPr>
              <a:defRPr sz="1875" b="1">
                <a:solidFill>
                  <a:srgbClr val="006DB6"/>
                </a:solidFill>
                <a:latin typeface="Inter"/>
                <a:ea typeface="Inter"/>
                <a:cs typeface="Inter"/>
              </a:defRPr>
            </a:lvl5pPr>
            <a:lvl6pPr>
              <a:defRPr sz="1875" b="1">
                <a:solidFill>
                  <a:srgbClr val="006DB6"/>
                </a:solidFill>
                <a:latin typeface="Inter"/>
                <a:ea typeface="Inter"/>
                <a:cs typeface="Inter"/>
              </a:defRPr>
            </a:lvl6pPr>
            <a:lvl7pPr>
              <a:defRPr sz="1875" b="1">
                <a:solidFill>
                  <a:srgbClr val="006DB6"/>
                </a:solidFill>
                <a:latin typeface="Inter"/>
                <a:ea typeface="Inter"/>
                <a:cs typeface="Inter"/>
              </a:defRPr>
            </a:lvl7pPr>
            <a:lvl8pPr>
              <a:defRPr sz="1875" b="1">
                <a:solidFill>
                  <a:srgbClr val="006DB6"/>
                </a:solidFill>
                <a:latin typeface="Inter"/>
                <a:ea typeface="Inter"/>
                <a:cs typeface="Inter"/>
              </a:defRPr>
            </a:lvl8pPr>
            <a:lvl9pPr>
              <a:defRPr sz="1875" b="1">
                <a:solidFill>
                  <a:srgbClr val="006DB6"/>
                </a:solidFill>
                <a:latin typeface="Inter"/>
                <a:ea typeface="Inter"/>
                <a:cs typeface="Inter"/>
              </a:defRPr>
            </a:lvl9pPr>
          </a:lstStyle>
          <a:p xmlns:a="http://schemas.openxmlformats.org/drawingml/2006/main">
            <a:pPr>
              <a:defRPr sz="1875" b="1">
                <a:solidFill>
                  <a:srgbClr val="006DB6"/>
                </a:solidFill>
                <a:latin typeface="Inter"/>
                <a:ea typeface="Inter"/>
                <a:cs typeface="Inter"/>
              </a:defRPr>
            </a:pPr>
            <a:r>
              <a:rPr sz="1875" b="1">
                <a:solidFill>
                  <a:srgbClr val="006DB6"/>
                </a:solidFill>
                <a:latin typeface="Inter"/>
                <a:ea typeface="Inter"/>
                <a:cs typeface="Inter"/>
              </a:rPr>
              <a:t>Confirmación local</a:t>
            </a:r>
          </a:p>
        </p:txBody>
      </p:sp>
      <p:sp>
        <p:nvSpPr>
          <p:cNvPr id="8" name="Integración posterior">
            <a:extLst xmlns:a="http://schemas.openxmlformats.org/drawingml/2006/main">
              <a:ext uri="{FF2B5EF4-FFF2-40B4-BE49-F238E27FC236}">
                <a16:creationId xmlns:a16="http://schemas.microsoft.com/office/drawing/2014/main" id="{2B6170E9-BB55-47CA-996A-69C8D0019884}"/>
              </a:ext>
            </a:extLst>
          </p:cNvPr>
          <p:cNvSpPr>
            <a:spLocks xmlns:a="http://schemas.openxmlformats.org/drawingml/2006/main" noGrp="1"/>
          </p:cNvSpPr>
          <p:nvPr/>
        </p:nvSpPr>
        <p:spPr>
          <a:xfrm xmlns:a="http://schemas.openxmlformats.org/drawingml/2006/main">
            <a:off x="5105400" y="2238375"/>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6DB6"/>
                </a:solidFill>
                <a:latin typeface="Inter"/>
                <a:ea typeface="Inter"/>
                <a:cs typeface="Inter"/>
              </a:defRPr>
            </a:defPPr>
            <a:lvl1pPr>
              <a:defRPr sz="1875" b="1">
                <a:solidFill>
                  <a:srgbClr val="006DB6"/>
                </a:solidFill>
                <a:latin typeface="Inter"/>
                <a:ea typeface="Inter"/>
                <a:cs typeface="Inter"/>
              </a:defRPr>
            </a:lvl1pPr>
            <a:lvl2pPr>
              <a:defRPr sz="1875" b="1">
                <a:solidFill>
                  <a:srgbClr val="006DB6"/>
                </a:solidFill>
                <a:latin typeface="Inter"/>
                <a:ea typeface="Inter"/>
                <a:cs typeface="Inter"/>
              </a:defRPr>
            </a:lvl2pPr>
            <a:lvl3pPr>
              <a:defRPr sz="1875" b="1">
                <a:solidFill>
                  <a:srgbClr val="006DB6"/>
                </a:solidFill>
                <a:latin typeface="Inter"/>
                <a:ea typeface="Inter"/>
                <a:cs typeface="Inter"/>
              </a:defRPr>
            </a:lvl3pPr>
            <a:lvl4pPr>
              <a:defRPr sz="1875" b="1">
                <a:solidFill>
                  <a:srgbClr val="006DB6"/>
                </a:solidFill>
                <a:latin typeface="Inter"/>
                <a:ea typeface="Inter"/>
                <a:cs typeface="Inter"/>
              </a:defRPr>
            </a:lvl4pPr>
            <a:lvl5pPr>
              <a:defRPr sz="1875" b="1">
                <a:solidFill>
                  <a:srgbClr val="006DB6"/>
                </a:solidFill>
                <a:latin typeface="Inter"/>
                <a:ea typeface="Inter"/>
                <a:cs typeface="Inter"/>
              </a:defRPr>
            </a:lvl5pPr>
            <a:lvl6pPr>
              <a:defRPr sz="1875" b="1">
                <a:solidFill>
                  <a:srgbClr val="006DB6"/>
                </a:solidFill>
                <a:latin typeface="Inter"/>
                <a:ea typeface="Inter"/>
                <a:cs typeface="Inter"/>
              </a:defRPr>
            </a:lvl6pPr>
            <a:lvl7pPr>
              <a:defRPr sz="1875" b="1">
                <a:solidFill>
                  <a:srgbClr val="006DB6"/>
                </a:solidFill>
                <a:latin typeface="Inter"/>
                <a:ea typeface="Inter"/>
                <a:cs typeface="Inter"/>
              </a:defRPr>
            </a:lvl7pPr>
            <a:lvl8pPr>
              <a:defRPr sz="1875" b="1">
                <a:solidFill>
                  <a:srgbClr val="006DB6"/>
                </a:solidFill>
                <a:latin typeface="Inter"/>
                <a:ea typeface="Inter"/>
                <a:cs typeface="Inter"/>
              </a:defRPr>
            </a:lvl8pPr>
            <a:lvl9pPr>
              <a:defRPr sz="1875" b="1">
                <a:solidFill>
                  <a:srgbClr val="006DB6"/>
                </a:solidFill>
                <a:latin typeface="Inter"/>
                <a:ea typeface="Inter"/>
                <a:cs typeface="Inter"/>
              </a:defRPr>
            </a:lvl9pPr>
          </a:lstStyle>
          <a:p xmlns:a="http://schemas.openxmlformats.org/drawingml/2006/main">
            <a:pPr>
              <a:defRPr sz="1875" b="1">
                <a:solidFill>
                  <a:srgbClr val="006DB6"/>
                </a:solidFill>
                <a:latin typeface="Inter"/>
                <a:ea typeface="Inter"/>
                <a:cs typeface="Inter"/>
              </a:defRPr>
            </a:pPr>
            <a:r>
              <a:rPr sz="1875" b="1">
                <a:solidFill>
                  <a:srgbClr val="006DB6"/>
                </a:solidFill>
                <a:latin typeface="Inter"/>
                <a:ea typeface="Inter"/>
                <a:cs typeface="Inter"/>
              </a:rPr>
              <a:t>Integración posterior</a:t>
            </a:r>
          </a:p>
        </p:txBody>
      </p:sp>
      <p:sp>
        <p:nvSpPr>
          <p:cNvPr id="9" name="">
            <a:extLst xmlns:a="http://schemas.openxmlformats.org/drawingml/2006/main">
              <a:ext uri="{FF2B5EF4-FFF2-40B4-BE49-F238E27FC236}">
                <a16:creationId xmlns:a16="http://schemas.microsoft.com/office/drawing/2014/main" id="{31238D81-04B9-41F6-AEDC-285C3D579C2E}"/>
              </a:ext>
            </a:extLst>
          </p:cNvPr>
          <p:cNvSpPr>
            <a:spLocks xmlns:a="http://schemas.openxmlformats.org/drawingml/2006/main" noGrp="1"/>
          </p:cNvSpPr>
          <p:nvPr/>
        </p:nvSpPr>
        <p:spPr>
          <a:xfrm xmlns:a="http://schemas.openxmlformats.org/drawingml/2006/main">
            <a:off x="609600" y="2771775"/>
            <a:ext cx="1981200" cy="14382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AFCA86-D5F5-4547-9882-4F628DE6635B}"/>
              </a:ext>
            </a:extLst>
          </p:cNvPr>
          <p:cNvSpPr>
            <a:spLocks xmlns:a="http://schemas.openxmlformats.org/drawingml/2006/main" noGrp="1"/>
          </p:cNvSpPr>
          <p:nvPr/>
        </p:nvSpPr>
        <p:spPr>
          <a:xfrm xmlns:a="http://schemas.openxmlformats.org/drawingml/2006/main">
            <a:off x="609600" y="2771775"/>
            <a:ext cx="1981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1" name="Núcleo POS">
            <a:extLst xmlns:a="http://schemas.openxmlformats.org/drawingml/2006/main">
              <a:ext uri="{FF2B5EF4-FFF2-40B4-BE49-F238E27FC236}">
                <a16:creationId xmlns:a16="http://schemas.microsoft.com/office/drawing/2014/main" id="{F3E05EC3-5117-47F2-9C73-66E70D96C4E6}"/>
              </a:ext>
            </a:extLst>
          </p:cNvPr>
          <p:cNvSpPr>
            <a:spLocks xmlns:a="http://schemas.openxmlformats.org/drawingml/2006/main" noGrp="1"/>
          </p:cNvSpPr>
          <p:nvPr/>
        </p:nvSpPr>
        <p:spPr>
          <a:xfrm xmlns:a="http://schemas.openxmlformats.org/drawingml/2006/main">
            <a:off x="742950" y="28384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FFFFFF"/>
                </a:solidFill>
                <a:latin typeface="Inter"/>
                <a:ea typeface="Inter"/>
                <a:cs typeface="Inter"/>
              </a:defRPr>
            </a:defPPr>
            <a:lvl1pPr>
              <a:defRPr sz="1575" b="1">
                <a:solidFill>
                  <a:srgbClr val="FFFFFF"/>
                </a:solidFill>
                <a:latin typeface="Inter"/>
                <a:ea typeface="Inter"/>
                <a:cs typeface="Inter"/>
              </a:defRPr>
            </a:lvl1pPr>
            <a:lvl2pPr>
              <a:defRPr sz="1575" b="1">
                <a:solidFill>
                  <a:srgbClr val="FFFFFF"/>
                </a:solidFill>
                <a:latin typeface="Inter"/>
                <a:ea typeface="Inter"/>
                <a:cs typeface="Inter"/>
              </a:defRPr>
            </a:lvl2pPr>
            <a:lvl3pPr>
              <a:defRPr sz="1575" b="1">
                <a:solidFill>
                  <a:srgbClr val="FFFFFF"/>
                </a:solidFill>
                <a:latin typeface="Inter"/>
                <a:ea typeface="Inter"/>
                <a:cs typeface="Inter"/>
              </a:defRPr>
            </a:lvl3pPr>
            <a:lvl4pPr>
              <a:defRPr sz="1575" b="1">
                <a:solidFill>
                  <a:srgbClr val="FFFFFF"/>
                </a:solidFill>
                <a:latin typeface="Inter"/>
                <a:ea typeface="Inter"/>
                <a:cs typeface="Inter"/>
              </a:defRPr>
            </a:lvl4pPr>
            <a:lvl5pPr>
              <a:defRPr sz="1575" b="1">
                <a:solidFill>
                  <a:srgbClr val="FFFFFF"/>
                </a:solidFill>
                <a:latin typeface="Inter"/>
                <a:ea typeface="Inter"/>
                <a:cs typeface="Inter"/>
              </a:defRPr>
            </a:lvl5pPr>
            <a:lvl6pPr>
              <a:defRPr sz="1575" b="1">
                <a:solidFill>
                  <a:srgbClr val="FFFFFF"/>
                </a:solidFill>
                <a:latin typeface="Inter"/>
                <a:ea typeface="Inter"/>
                <a:cs typeface="Inter"/>
              </a:defRPr>
            </a:lvl6pPr>
            <a:lvl7pPr>
              <a:defRPr sz="1575" b="1">
                <a:solidFill>
                  <a:srgbClr val="FFFFFF"/>
                </a:solidFill>
                <a:latin typeface="Inter"/>
                <a:ea typeface="Inter"/>
                <a:cs typeface="Inter"/>
              </a:defRPr>
            </a:lvl7pPr>
            <a:lvl8pPr>
              <a:defRPr sz="1575" b="1">
                <a:solidFill>
                  <a:srgbClr val="FFFFFF"/>
                </a:solidFill>
                <a:latin typeface="Inter"/>
                <a:ea typeface="Inter"/>
                <a:cs typeface="Inter"/>
              </a:defRPr>
            </a:lvl8pPr>
            <a:lvl9pPr>
              <a:defRPr sz="1575" b="1">
                <a:solidFill>
                  <a:srgbClr val="FFFFFF"/>
                </a:solidFill>
                <a:latin typeface="Inter"/>
                <a:ea typeface="Inter"/>
                <a:cs typeface="Inter"/>
              </a:defRPr>
            </a:lvl9pPr>
          </a:lstStyle>
          <a:p xmlns:a="http://schemas.openxmlformats.org/drawingml/2006/main">
            <a:pPr>
              <a:defRPr sz="1575" b="1">
                <a:solidFill>
                  <a:srgbClr val="FFFFFF"/>
                </a:solidFill>
                <a:latin typeface="Inter"/>
                <a:ea typeface="Inter"/>
                <a:cs typeface="Inter"/>
              </a:defRPr>
            </a:pPr>
            <a:r>
              <a:rPr sz="1575" b="1">
                <a:solidFill>
                  <a:srgbClr val="FFFFFF"/>
                </a:solidFill>
                <a:latin typeface="Inter"/>
                <a:ea typeface="Inter"/>
                <a:cs typeface="Inter"/>
              </a:rPr>
              <a:t>Núcleo POS</a:t>
            </a:r>
          </a:p>
        </p:txBody>
      </p:sp>
      <p:sp>
        <p:nvSpPr>
          <p:cNvPr id="12" name="Venta y caja&#10;branch-api">
            <a:extLst xmlns:a="http://schemas.openxmlformats.org/drawingml/2006/main">
              <a:ext uri="{FF2B5EF4-FFF2-40B4-BE49-F238E27FC236}">
                <a16:creationId xmlns:a16="http://schemas.microsoft.com/office/drawing/2014/main" id="{E6E65047-71E5-414D-8AE3-08325A3B0B1D}"/>
              </a:ext>
            </a:extLst>
          </p:cNvPr>
          <p:cNvSpPr>
            <a:spLocks xmlns:a="http://schemas.openxmlformats.org/drawingml/2006/main" noGrp="1"/>
          </p:cNvSpPr>
          <p:nvPr/>
        </p:nvSpPr>
        <p:spPr>
          <a:xfrm xmlns:a="http://schemas.openxmlformats.org/drawingml/2006/main">
            <a:off x="742950" y="3286125"/>
            <a:ext cx="1714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Venta y caja</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branch-api</a:t>
            </a:r>
          </a:p>
        </p:txBody>
      </p:sp>
      <p:cxnSp>
        <p:nvCxnSpPr>
          <p:cNvPr id="13" name="">
            <a:extLst xmlns:a="http://schemas.openxmlformats.org/drawingml/2006/main">
              <a:ext uri="{FF2B5EF4-FFF2-40B4-BE49-F238E27FC236}">
                <a16:creationId xmlns:a16="http://schemas.microsoft.com/office/drawing/2014/main" id="{BA520C3B-4FFB-47A8-818B-A72568A09549}"/>
              </a:ext>
            </a:extLst>
          </p:cNvPr>
          <p:cNvCxnSpPr/>
          <p:nvPr/>
        </p:nvCxnSpPr>
        <p:spPr>
          <a:xfrm xmlns:a="http://schemas.openxmlformats.org/drawingml/2006/main">
            <a:off x="2590800" y="3495675"/>
            <a:ext cx="2667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14" name="">
            <a:extLst xmlns:a="http://schemas.openxmlformats.org/drawingml/2006/main">
              <a:ext uri="{FF2B5EF4-FFF2-40B4-BE49-F238E27FC236}">
                <a16:creationId xmlns:a16="http://schemas.microsoft.com/office/drawing/2014/main" id="{3EF1D5BD-0BD1-48FC-B8E8-E26EB8932102}"/>
              </a:ext>
            </a:extLst>
          </p:cNvPr>
          <p:cNvSpPr>
            <a:spLocks xmlns:a="http://schemas.openxmlformats.org/drawingml/2006/main" noGrp="1"/>
          </p:cNvSpPr>
          <p:nvPr/>
        </p:nvSpPr>
        <p:spPr>
          <a:xfrm xmlns:a="http://schemas.openxmlformats.org/drawingml/2006/main">
            <a:off x="2857500" y="2771775"/>
            <a:ext cx="1981200" cy="14382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339E30C-5300-451C-A7A6-63B9A8035832}"/>
              </a:ext>
            </a:extLst>
          </p:cNvPr>
          <p:cNvSpPr>
            <a:spLocks xmlns:a="http://schemas.openxmlformats.org/drawingml/2006/main" noGrp="1"/>
          </p:cNvSpPr>
          <p:nvPr/>
        </p:nvSpPr>
        <p:spPr>
          <a:xfrm xmlns:a="http://schemas.openxmlformats.org/drawingml/2006/main">
            <a:off x="2857500" y="2771775"/>
            <a:ext cx="1981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6" name="PostgreSQL">
            <a:extLst xmlns:a="http://schemas.openxmlformats.org/drawingml/2006/main">
              <a:ext uri="{FF2B5EF4-FFF2-40B4-BE49-F238E27FC236}">
                <a16:creationId xmlns:a16="http://schemas.microsoft.com/office/drawing/2014/main" id="{876976F9-9ADB-4C49-A4F4-2DD5D238EA84}"/>
              </a:ext>
            </a:extLst>
          </p:cNvPr>
          <p:cNvSpPr>
            <a:spLocks xmlns:a="http://schemas.openxmlformats.org/drawingml/2006/main" noGrp="1"/>
          </p:cNvSpPr>
          <p:nvPr/>
        </p:nvSpPr>
        <p:spPr>
          <a:xfrm xmlns:a="http://schemas.openxmlformats.org/drawingml/2006/main">
            <a:off x="2990850" y="28384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FFFFFF"/>
                </a:solidFill>
                <a:latin typeface="Inter"/>
                <a:ea typeface="Inter"/>
                <a:cs typeface="Inter"/>
              </a:defRPr>
            </a:defPPr>
            <a:lvl1pPr>
              <a:defRPr sz="1575" b="1">
                <a:solidFill>
                  <a:srgbClr val="FFFFFF"/>
                </a:solidFill>
                <a:latin typeface="Inter"/>
                <a:ea typeface="Inter"/>
                <a:cs typeface="Inter"/>
              </a:defRPr>
            </a:lvl1pPr>
            <a:lvl2pPr>
              <a:defRPr sz="1575" b="1">
                <a:solidFill>
                  <a:srgbClr val="FFFFFF"/>
                </a:solidFill>
                <a:latin typeface="Inter"/>
                <a:ea typeface="Inter"/>
                <a:cs typeface="Inter"/>
              </a:defRPr>
            </a:lvl2pPr>
            <a:lvl3pPr>
              <a:defRPr sz="1575" b="1">
                <a:solidFill>
                  <a:srgbClr val="FFFFFF"/>
                </a:solidFill>
                <a:latin typeface="Inter"/>
                <a:ea typeface="Inter"/>
                <a:cs typeface="Inter"/>
              </a:defRPr>
            </a:lvl3pPr>
            <a:lvl4pPr>
              <a:defRPr sz="1575" b="1">
                <a:solidFill>
                  <a:srgbClr val="FFFFFF"/>
                </a:solidFill>
                <a:latin typeface="Inter"/>
                <a:ea typeface="Inter"/>
                <a:cs typeface="Inter"/>
              </a:defRPr>
            </a:lvl4pPr>
            <a:lvl5pPr>
              <a:defRPr sz="1575" b="1">
                <a:solidFill>
                  <a:srgbClr val="FFFFFF"/>
                </a:solidFill>
                <a:latin typeface="Inter"/>
                <a:ea typeface="Inter"/>
                <a:cs typeface="Inter"/>
              </a:defRPr>
            </a:lvl5pPr>
            <a:lvl6pPr>
              <a:defRPr sz="1575" b="1">
                <a:solidFill>
                  <a:srgbClr val="FFFFFF"/>
                </a:solidFill>
                <a:latin typeface="Inter"/>
                <a:ea typeface="Inter"/>
                <a:cs typeface="Inter"/>
              </a:defRPr>
            </a:lvl6pPr>
            <a:lvl7pPr>
              <a:defRPr sz="1575" b="1">
                <a:solidFill>
                  <a:srgbClr val="FFFFFF"/>
                </a:solidFill>
                <a:latin typeface="Inter"/>
                <a:ea typeface="Inter"/>
                <a:cs typeface="Inter"/>
              </a:defRPr>
            </a:lvl7pPr>
            <a:lvl8pPr>
              <a:defRPr sz="1575" b="1">
                <a:solidFill>
                  <a:srgbClr val="FFFFFF"/>
                </a:solidFill>
                <a:latin typeface="Inter"/>
                <a:ea typeface="Inter"/>
                <a:cs typeface="Inter"/>
              </a:defRPr>
            </a:lvl8pPr>
            <a:lvl9pPr>
              <a:defRPr sz="1575" b="1">
                <a:solidFill>
                  <a:srgbClr val="FFFFFF"/>
                </a:solidFill>
                <a:latin typeface="Inter"/>
                <a:ea typeface="Inter"/>
                <a:cs typeface="Inter"/>
              </a:defRPr>
            </a:lvl9pPr>
          </a:lstStyle>
          <a:p xmlns:a="http://schemas.openxmlformats.org/drawingml/2006/main">
            <a:pPr>
              <a:defRPr sz="1575" b="1">
                <a:solidFill>
                  <a:srgbClr val="FFFFFF"/>
                </a:solidFill>
                <a:latin typeface="Inter"/>
                <a:ea typeface="Inter"/>
                <a:cs typeface="Inter"/>
              </a:defRPr>
            </a:pPr>
            <a:r>
              <a:rPr sz="1575" b="1">
                <a:solidFill>
                  <a:srgbClr val="FFFFFF"/>
                </a:solidFill>
                <a:latin typeface="Inter"/>
                <a:ea typeface="Inter"/>
                <a:cs typeface="Inter"/>
              </a:rPr>
              <a:t>PostgreSQL</a:t>
            </a:r>
          </a:p>
        </p:txBody>
      </p:sp>
      <p:sp>
        <p:nvSpPr>
          <p:cNvPr id="17" name="Negocio + outbox&#10;Misma transacción">
            <a:extLst xmlns:a="http://schemas.openxmlformats.org/drawingml/2006/main">
              <a:ext uri="{FF2B5EF4-FFF2-40B4-BE49-F238E27FC236}">
                <a16:creationId xmlns:a16="http://schemas.microsoft.com/office/drawing/2014/main" id="{DCDE6D0C-E28C-4B07-8328-C8D907F1BA5C}"/>
              </a:ext>
            </a:extLst>
          </p:cNvPr>
          <p:cNvSpPr>
            <a:spLocks xmlns:a="http://schemas.openxmlformats.org/drawingml/2006/main" noGrp="1"/>
          </p:cNvSpPr>
          <p:nvPr/>
        </p:nvSpPr>
        <p:spPr>
          <a:xfrm xmlns:a="http://schemas.openxmlformats.org/drawingml/2006/main">
            <a:off x="2990850" y="3286125"/>
            <a:ext cx="1714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Negocio + outbox</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Misma transacción</a:t>
            </a:r>
          </a:p>
        </p:txBody>
      </p:sp>
      <p:cxnSp>
        <p:nvCxnSpPr>
          <p:cNvPr id="18" name="">
            <a:extLst xmlns:a="http://schemas.openxmlformats.org/drawingml/2006/main">
              <a:ext uri="{FF2B5EF4-FFF2-40B4-BE49-F238E27FC236}">
                <a16:creationId xmlns:a16="http://schemas.microsoft.com/office/drawing/2014/main" id="{1B8744CC-C238-45B0-B199-93D278D34AFB}"/>
              </a:ext>
            </a:extLst>
          </p:cNvPr>
          <p:cNvCxnSpPr/>
          <p:nvPr/>
        </p:nvCxnSpPr>
        <p:spPr>
          <a:xfrm xmlns:a="http://schemas.openxmlformats.org/drawingml/2006/main">
            <a:off x="4838700" y="3495675"/>
            <a:ext cx="2667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19" name="">
            <a:extLst xmlns:a="http://schemas.openxmlformats.org/drawingml/2006/main">
              <a:ext uri="{FF2B5EF4-FFF2-40B4-BE49-F238E27FC236}">
                <a16:creationId xmlns:a16="http://schemas.microsoft.com/office/drawing/2014/main" id="{86A20B43-2719-48E4-B975-B7E794B7FCF1}"/>
              </a:ext>
            </a:extLst>
          </p:cNvPr>
          <p:cNvSpPr>
            <a:spLocks xmlns:a="http://schemas.openxmlformats.org/drawingml/2006/main" noGrp="1"/>
          </p:cNvSpPr>
          <p:nvPr/>
        </p:nvSpPr>
        <p:spPr>
          <a:xfrm xmlns:a="http://schemas.openxmlformats.org/drawingml/2006/main">
            <a:off x="5105400" y="2771775"/>
            <a:ext cx="1981200" cy="14382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DDFDAB7-349F-43D3-AFCF-29CC4E94B200}"/>
              </a:ext>
            </a:extLst>
          </p:cNvPr>
          <p:cNvSpPr>
            <a:spLocks xmlns:a="http://schemas.openxmlformats.org/drawingml/2006/main" noGrp="1"/>
          </p:cNvSpPr>
          <p:nvPr/>
        </p:nvSpPr>
        <p:spPr>
          <a:xfrm xmlns:a="http://schemas.openxmlformats.org/drawingml/2006/main">
            <a:off x="5105400" y="2771775"/>
            <a:ext cx="1981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1" name="Entrega durable">
            <a:extLst xmlns:a="http://schemas.openxmlformats.org/drawingml/2006/main">
              <a:ext uri="{FF2B5EF4-FFF2-40B4-BE49-F238E27FC236}">
                <a16:creationId xmlns:a16="http://schemas.microsoft.com/office/drawing/2014/main" id="{A8026733-85D1-4DE8-AAC6-DAF6663CBEF1}"/>
              </a:ext>
            </a:extLst>
          </p:cNvPr>
          <p:cNvSpPr>
            <a:spLocks xmlns:a="http://schemas.openxmlformats.org/drawingml/2006/main" noGrp="1"/>
          </p:cNvSpPr>
          <p:nvPr/>
        </p:nvSpPr>
        <p:spPr>
          <a:xfrm xmlns:a="http://schemas.openxmlformats.org/drawingml/2006/main">
            <a:off x="5238750" y="28384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FFFFFF"/>
                </a:solidFill>
                <a:latin typeface="Inter"/>
                <a:ea typeface="Inter"/>
                <a:cs typeface="Inter"/>
              </a:defRPr>
            </a:defPPr>
            <a:lvl1pPr>
              <a:defRPr sz="1575" b="1">
                <a:solidFill>
                  <a:srgbClr val="FFFFFF"/>
                </a:solidFill>
                <a:latin typeface="Inter"/>
                <a:ea typeface="Inter"/>
                <a:cs typeface="Inter"/>
              </a:defRPr>
            </a:lvl1pPr>
            <a:lvl2pPr>
              <a:defRPr sz="1575" b="1">
                <a:solidFill>
                  <a:srgbClr val="FFFFFF"/>
                </a:solidFill>
                <a:latin typeface="Inter"/>
                <a:ea typeface="Inter"/>
                <a:cs typeface="Inter"/>
              </a:defRPr>
            </a:lvl2pPr>
            <a:lvl3pPr>
              <a:defRPr sz="1575" b="1">
                <a:solidFill>
                  <a:srgbClr val="FFFFFF"/>
                </a:solidFill>
                <a:latin typeface="Inter"/>
                <a:ea typeface="Inter"/>
                <a:cs typeface="Inter"/>
              </a:defRPr>
            </a:lvl3pPr>
            <a:lvl4pPr>
              <a:defRPr sz="1575" b="1">
                <a:solidFill>
                  <a:srgbClr val="FFFFFF"/>
                </a:solidFill>
                <a:latin typeface="Inter"/>
                <a:ea typeface="Inter"/>
                <a:cs typeface="Inter"/>
              </a:defRPr>
            </a:lvl4pPr>
            <a:lvl5pPr>
              <a:defRPr sz="1575" b="1">
                <a:solidFill>
                  <a:srgbClr val="FFFFFF"/>
                </a:solidFill>
                <a:latin typeface="Inter"/>
                <a:ea typeface="Inter"/>
                <a:cs typeface="Inter"/>
              </a:defRPr>
            </a:lvl5pPr>
            <a:lvl6pPr>
              <a:defRPr sz="1575" b="1">
                <a:solidFill>
                  <a:srgbClr val="FFFFFF"/>
                </a:solidFill>
                <a:latin typeface="Inter"/>
                <a:ea typeface="Inter"/>
                <a:cs typeface="Inter"/>
              </a:defRPr>
            </a:lvl6pPr>
            <a:lvl7pPr>
              <a:defRPr sz="1575" b="1">
                <a:solidFill>
                  <a:srgbClr val="FFFFFF"/>
                </a:solidFill>
                <a:latin typeface="Inter"/>
                <a:ea typeface="Inter"/>
                <a:cs typeface="Inter"/>
              </a:defRPr>
            </a:lvl7pPr>
            <a:lvl8pPr>
              <a:defRPr sz="1575" b="1">
                <a:solidFill>
                  <a:srgbClr val="FFFFFF"/>
                </a:solidFill>
                <a:latin typeface="Inter"/>
                <a:ea typeface="Inter"/>
                <a:cs typeface="Inter"/>
              </a:defRPr>
            </a:lvl8pPr>
            <a:lvl9pPr>
              <a:defRPr sz="1575" b="1">
                <a:solidFill>
                  <a:srgbClr val="FFFFFF"/>
                </a:solidFill>
                <a:latin typeface="Inter"/>
                <a:ea typeface="Inter"/>
                <a:cs typeface="Inter"/>
              </a:defRPr>
            </a:lvl9pPr>
          </a:lstStyle>
          <a:p xmlns:a="http://schemas.openxmlformats.org/drawingml/2006/main">
            <a:pPr>
              <a:defRPr sz="1575" b="1">
                <a:solidFill>
                  <a:srgbClr val="FFFFFF"/>
                </a:solidFill>
                <a:latin typeface="Inter"/>
                <a:ea typeface="Inter"/>
                <a:cs typeface="Inter"/>
              </a:defRPr>
            </a:pPr>
            <a:r>
              <a:rPr sz="1575" b="1">
                <a:solidFill>
                  <a:srgbClr val="FFFFFF"/>
                </a:solidFill>
                <a:latin typeface="Inter"/>
                <a:ea typeface="Inter"/>
                <a:cs typeface="Inter"/>
              </a:rPr>
              <a:t>Entrega durable</a:t>
            </a:r>
          </a:p>
        </p:txBody>
      </p:sp>
      <p:sp>
        <p:nvSpPr>
          <p:cNvPr id="22" name="Worker de sucursal&#10;Recepción de país">
            <a:extLst xmlns:a="http://schemas.openxmlformats.org/drawingml/2006/main">
              <a:ext uri="{FF2B5EF4-FFF2-40B4-BE49-F238E27FC236}">
                <a16:creationId xmlns:a16="http://schemas.microsoft.com/office/drawing/2014/main" id="{50550E69-3CCB-4005-9947-953E5D5556C2}"/>
              </a:ext>
            </a:extLst>
          </p:cNvPr>
          <p:cNvSpPr>
            <a:spLocks xmlns:a="http://schemas.openxmlformats.org/drawingml/2006/main" noGrp="1"/>
          </p:cNvSpPr>
          <p:nvPr/>
        </p:nvSpPr>
        <p:spPr>
          <a:xfrm xmlns:a="http://schemas.openxmlformats.org/drawingml/2006/main">
            <a:off x="5238750" y="3286125"/>
            <a:ext cx="1714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Worker de sucursal</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Recepción de país</a:t>
            </a:r>
          </a:p>
        </p:txBody>
      </p:sp>
      <p:cxnSp>
        <p:nvCxnSpPr>
          <p:cNvPr id="23" name="">
            <a:extLst xmlns:a="http://schemas.openxmlformats.org/drawingml/2006/main">
              <a:ext uri="{FF2B5EF4-FFF2-40B4-BE49-F238E27FC236}">
                <a16:creationId xmlns:a16="http://schemas.microsoft.com/office/drawing/2014/main" id="{DA846696-1EB2-49BE-AA86-8934CCB47C3C}"/>
              </a:ext>
            </a:extLst>
          </p:cNvPr>
          <p:cNvCxnSpPr/>
          <p:nvPr/>
        </p:nvCxnSpPr>
        <p:spPr>
          <a:xfrm xmlns:a="http://schemas.openxmlformats.org/drawingml/2006/main">
            <a:off x="7086600" y="3495675"/>
            <a:ext cx="2667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24" name="">
            <a:extLst xmlns:a="http://schemas.openxmlformats.org/drawingml/2006/main">
              <a:ext uri="{FF2B5EF4-FFF2-40B4-BE49-F238E27FC236}">
                <a16:creationId xmlns:a16="http://schemas.microsoft.com/office/drawing/2014/main" id="{8256279D-3554-4FB7-89A0-A7CD14F6BF20}"/>
              </a:ext>
            </a:extLst>
          </p:cNvPr>
          <p:cNvSpPr>
            <a:spLocks xmlns:a="http://schemas.openxmlformats.org/drawingml/2006/main" noGrp="1"/>
          </p:cNvSpPr>
          <p:nvPr/>
        </p:nvSpPr>
        <p:spPr>
          <a:xfrm xmlns:a="http://schemas.openxmlformats.org/drawingml/2006/main">
            <a:off x="7353300" y="2771775"/>
            <a:ext cx="1981200" cy="14382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265D1F6-547D-4773-AEC5-233FC2647CBC}"/>
              </a:ext>
            </a:extLst>
          </p:cNvPr>
          <p:cNvSpPr>
            <a:spLocks xmlns:a="http://schemas.openxmlformats.org/drawingml/2006/main" noGrp="1"/>
          </p:cNvSpPr>
          <p:nvPr/>
        </p:nvSpPr>
        <p:spPr>
          <a:xfrm xmlns:a="http://schemas.openxmlformats.org/drawingml/2006/main">
            <a:off x="7353300" y="2771775"/>
            <a:ext cx="1981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6" name="Fachada y ACL">
            <a:extLst xmlns:a="http://schemas.openxmlformats.org/drawingml/2006/main">
              <a:ext uri="{FF2B5EF4-FFF2-40B4-BE49-F238E27FC236}">
                <a16:creationId xmlns:a16="http://schemas.microsoft.com/office/drawing/2014/main" id="{992E8810-AD21-4B47-BE4C-6673513BED10}"/>
              </a:ext>
            </a:extLst>
          </p:cNvPr>
          <p:cNvSpPr>
            <a:spLocks xmlns:a="http://schemas.openxmlformats.org/drawingml/2006/main" noGrp="1"/>
          </p:cNvSpPr>
          <p:nvPr/>
        </p:nvSpPr>
        <p:spPr>
          <a:xfrm xmlns:a="http://schemas.openxmlformats.org/drawingml/2006/main">
            <a:off x="7486650" y="28384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FFFFFF"/>
                </a:solidFill>
                <a:latin typeface="Inter"/>
                <a:ea typeface="Inter"/>
                <a:cs typeface="Inter"/>
              </a:defRPr>
            </a:defPPr>
            <a:lvl1pPr>
              <a:defRPr sz="1575" b="1">
                <a:solidFill>
                  <a:srgbClr val="FFFFFF"/>
                </a:solidFill>
                <a:latin typeface="Inter"/>
                <a:ea typeface="Inter"/>
                <a:cs typeface="Inter"/>
              </a:defRPr>
            </a:lvl1pPr>
            <a:lvl2pPr>
              <a:defRPr sz="1575" b="1">
                <a:solidFill>
                  <a:srgbClr val="FFFFFF"/>
                </a:solidFill>
                <a:latin typeface="Inter"/>
                <a:ea typeface="Inter"/>
                <a:cs typeface="Inter"/>
              </a:defRPr>
            </a:lvl2pPr>
            <a:lvl3pPr>
              <a:defRPr sz="1575" b="1">
                <a:solidFill>
                  <a:srgbClr val="FFFFFF"/>
                </a:solidFill>
                <a:latin typeface="Inter"/>
                <a:ea typeface="Inter"/>
                <a:cs typeface="Inter"/>
              </a:defRPr>
            </a:lvl3pPr>
            <a:lvl4pPr>
              <a:defRPr sz="1575" b="1">
                <a:solidFill>
                  <a:srgbClr val="FFFFFF"/>
                </a:solidFill>
                <a:latin typeface="Inter"/>
                <a:ea typeface="Inter"/>
                <a:cs typeface="Inter"/>
              </a:defRPr>
            </a:lvl4pPr>
            <a:lvl5pPr>
              <a:defRPr sz="1575" b="1">
                <a:solidFill>
                  <a:srgbClr val="FFFFFF"/>
                </a:solidFill>
                <a:latin typeface="Inter"/>
                <a:ea typeface="Inter"/>
                <a:cs typeface="Inter"/>
              </a:defRPr>
            </a:lvl5pPr>
            <a:lvl6pPr>
              <a:defRPr sz="1575" b="1">
                <a:solidFill>
                  <a:srgbClr val="FFFFFF"/>
                </a:solidFill>
                <a:latin typeface="Inter"/>
                <a:ea typeface="Inter"/>
                <a:cs typeface="Inter"/>
              </a:defRPr>
            </a:lvl6pPr>
            <a:lvl7pPr>
              <a:defRPr sz="1575" b="1">
                <a:solidFill>
                  <a:srgbClr val="FFFFFF"/>
                </a:solidFill>
                <a:latin typeface="Inter"/>
                <a:ea typeface="Inter"/>
                <a:cs typeface="Inter"/>
              </a:defRPr>
            </a:lvl7pPr>
            <a:lvl8pPr>
              <a:defRPr sz="1575" b="1">
                <a:solidFill>
                  <a:srgbClr val="FFFFFF"/>
                </a:solidFill>
                <a:latin typeface="Inter"/>
                <a:ea typeface="Inter"/>
                <a:cs typeface="Inter"/>
              </a:defRPr>
            </a:lvl8pPr>
            <a:lvl9pPr>
              <a:defRPr sz="1575" b="1">
                <a:solidFill>
                  <a:srgbClr val="FFFFFF"/>
                </a:solidFill>
                <a:latin typeface="Inter"/>
                <a:ea typeface="Inter"/>
                <a:cs typeface="Inter"/>
              </a:defRPr>
            </a:lvl9pPr>
          </a:lstStyle>
          <a:p xmlns:a="http://schemas.openxmlformats.org/drawingml/2006/main">
            <a:pPr>
              <a:defRPr sz="1575" b="1">
                <a:solidFill>
                  <a:srgbClr val="FFFFFF"/>
                </a:solidFill>
                <a:latin typeface="Inter"/>
                <a:ea typeface="Inter"/>
                <a:cs typeface="Inter"/>
              </a:defRPr>
            </a:pPr>
            <a:r>
              <a:rPr sz="1575" b="1">
                <a:solidFill>
                  <a:srgbClr val="FFFFFF"/>
                </a:solidFill>
                <a:latin typeface="Inter"/>
                <a:ea typeface="Inter"/>
                <a:cs typeface="Inter"/>
              </a:rPr>
              <a:t>Fachada y ACL</a:t>
            </a:r>
          </a:p>
        </p:txBody>
      </p:sp>
      <p:sp>
        <p:nvSpPr>
          <p:cNvPr id="27" name="Contrato del POS&#10;Traducción al ERP">
            <a:extLst xmlns:a="http://schemas.openxmlformats.org/drawingml/2006/main">
              <a:ext uri="{FF2B5EF4-FFF2-40B4-BE49-F238E27FC236}">
                <a16:creationId xmlns:a16="http://schemas.microsoft.com/office/drawing/2014/main" id="{76B4AAA6-F2BA-437D-A6A6-4366793C1A9C}"/>
              </a:ext>
            </a:extLst>
          </p:cNvPr>
          <p:cNvSpPr>
            <a:spLocks xmlns:a="http://schemas.openxmlformats.org/drawingml/2006/main" noGrp="1"/>
          </p:cNvSpPr>
          <p:nvPr/>
        </p:nvSpPr>
        <p:spPr>
          <a:xfrm xmlns:a="http://schemas.openxmlformats.org/drawingml/2006/main">
            <a:off x="7486650" y="3286125"/>
            <a:ext cx="1714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Contrato del POS</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Traducción al ERP</a:t>
            </a:r>
          </a:p>
        </p:txBody>
      </p:sp>
      <p:cxnSp>
        <p:nvCxnSpPr>
          <p:cNvPr id="28" name="">
            <a:extLst xmlns:a="http://schemas.openxmlformats.org/drawingml/2006/main">
              <a:ext uri="{FF2B5EF4-FFF2-40B4-BE49-F238E27FC236}">
                <a16:creationId xmlns:a16="http://schemas.microsoft.com/office/drawing/2014/main" id="{BCAB0DEE-4ABC-45F3-82D2-90ECC8E577F3}"/>
              </a:ext>
            </a:extLst>
          </p:cNvPr>
          <p:cNvCxnSpPr/>
          <p:nvPr/>
        </p:nvCxnSpPr>
        <p:spPr>
          <a:xfrm xmlns:a="http://schemas.openxmlformats.org/drawingml/2006/main">
            <a:off x="9334500" y="3495675"/>
            <a:ext cx="2667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29" name="">
            <a:extLst xmlns:a="http://schemas.openxmlformats.org/drawingml/2006/main">
              <a:ext uri="{FF2B5EF4-FFF2-40B4-BE49-F238E27FC236}">
                <a16:creationId xmlns:a16="http://schemas.microsoft.com/office/drawing/2014/main" id="{02BE9DEB-5D75-49F4-BA84-B543B48B1088}"/>
              </a:ext>
            </a:extLst>
          </p:cNvPr>
          <p:cNvSpPr>
            <a:spLocks xmlns:a="http://schemas.openxmlformats.org/drawingml/2006/main" noGrp="1"/>
          </p:cNvSpPr>
          <p:nvPr/>
        </p:nvSpPr>
        <p:spPr>
          <a:xfrm xmlns:a="http://schemas.openxmlformats.org/drawingml/2006/main">
            <a:off x="9601200" y="2771775"/>
            <a:ext cx="1981200" cy="14382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E03851D-958B-4E64-901B-815D8F69B752}"/>
              </a:ext>
            </a:extLst>
          </p:cNvPr>
          <p:cNvSpPr>
            <a:spLocks xmlns:a="http://schemas.openxmlformats.org/drawingml/2006/main" noGrp="1"/>
          </p:cNvSpPr>
          <p:nvPr/>
        </p:nvSpPr>
        <p:spPr>
          <a:xfrm xmlns:a="http://schemas.openxmlformats.org/drawingml/2006/main">
            <a:off x="9601200" y="2771775"/>
            <a:ext cx="1981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1" name="ERP del país">
            <a:extLst xmlns:a="http://schemas.openxmlformats.org/drawingml/2006/main">
              <a:ext uri="{FF2B5EF4-FFF2-40B4-BE49-F238E27FC236}">
                <a16:creationId xmlns:a16="http://schemas.microsoft.com/office/drawing/2014/main" id="{CA098731-38DE-4952-B9D5-57FA4A6DF33C}"/>
              </a:ext>
            </a:extLst>
          </p:cNvPr>
          <p:cNvSpPr>
            <a:spLocks xmlns:a="http://schemas.openxmlformats.org/drawingml/2006/main" noGrp="1"/>
          </p:cNvSpPr>
          <p:nvPr/>
        </p:nvSpPr>
        <p:spPr>
          <a:xfrm xmlns:a="http://schemas.openxmlformats.org/drawingml/2006/main">
            <a:off x="9734550" y="28384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FFFFFF"/>
                </a:solidFill>
                <a:latin typeface="Inter"/>
                <a:ea typeface="Inter"/>
                <a:cs typeface="Inter"/>
              </a:defRPr>
            </a:defPPr>
            <a:lvl1pPr>
              <a:defRPr sz="1575" b="1">
                <a:solidFill>
                  <a:srgbClr val="FFFFFF"/>
                </a:solidFill>
                <a:latin typeface="Inter"/>
                <a:ea typeface="Inter"/>
                <a:cs typeface="Inter"/>
              </a:defRPr>
            </a:lvl1pPr>
            <a:lvl2pPr>
              <a:defRPr sz="1575" b="1">
                <a:solidFill>
                  <a:srgbClr val="FFFFFF"/>
                </a:solidFill>
                <a:latin typeface="Inter"/>
                <a:ea typeface="Inter"/>
                <a:cs typeface="Inter"/>
              </a:defRPr>
            </a:lvl2pPr>
            <a:lvl3pPr>
              <a:defRPr sz="1575" b="1">
                <a:solidFill>
                  <a:srgbClr val="FFFFFF"/>
                </a:solidFill>
                <a:latin typeface="Inter"/>
                <a:ea typeface="Inter"/>
                <a:cs typeface="Inter"/>
              </a:defRPr>
            </a:lvl3pPr>
            <a:lvl4pPr>
              <a:defRPr sz="1575" b="1">
                <a:solidFill>
                  <a:srgbClr val="FFFFFF"/>
                </a:solidFill>
                <a:latin typeface="Inter"/>
                <a:ea typeface="Inter"/>
                <a:cs typeface="Inter"/>
              </a:defRPr>
            </a:lvl4pPr>
            <a:lvl5pPr>
              <a:defRPr sz="1575" b="1">
                <a:solidFill>
                  <a:srgbClr val="FFFFFF"/>
                </a:solidFill>
                <a:latin typeface="Inter"/>
                <a:ea typeface="Inter"/>
                <a:cs typeface="Inter"/>
              </a:defRPr>
            </a:lvl5pPr>
            <a:lvl6pPr>
              <a:defRPr sz="1575" b="1">
                <a:solidFill>
                  <a:srgbClr val="FFFFFF"/>
                </a:solidFill>
                <a:latin typeface="Inter"/>
                <a:ea typeface="Inter"/>
                <a:cs typeface="Inter"/>
              </a:defRPr>
            </a:lvl6pPr>
            <a:lvl7pPr>
              <a:defRPr sz="1575" b="1">
                <a:solidFill>
                  <a:srgbClr val="FFFFFF"/>
                </a:solidFill>
                <a:latin typeface="Inter"/>
                <a:ea typeface="Inter"/>
                <a:cs typeface="Inter"/>
              </a:defRPr>
            </a:lvl7pPr>
            <a:lvl8pPr>
              <a:defRPr sz="1575" b="1">
                <a:solidFill>
                  <a:srgbClr val="FFFFFF"/>
                </a:solidFill>
                <a:latin typeface="Inter"/>
                <a:ea typeface="Inter"/>
                <a:cs typeface="Inter"/>
              </a:defRPr>
            </a:lvl8pPr>
            <a:lvl9pPr>
              <a:defRPr sz="1575" b="1">
                <a:solidFill>
                  <a:srgbClr val="FFFFFF"/>
                </a:solidFill>
                <a:latin typeface="Inter"/>
                <a:ea typeface="Inter"/>
                <a:cs typeface="Inter"/>
              </a:defRPr>
            </a:lvl9pPr>
          </a:lstStyle>
          <a:p xmlns:a="http://schemas.openxmlformats.org/drawingml/2006/main">
            <a:pPr>
              <a:defRPr sz="1575" b="1">
                <a:solidFill>
                  <a:srgbClr val="FFFFFF"/>
                </a:solidFill>
                <a:latin typeface="Inter"/>
                <a:ea typeface="Inter"/>
                <a:cs typeface="Inter"/>
              </a:defRPr>
            </a:pPr>
            <a:r>
              <a:rPr sz="1575" b="1">
                <a:solidFill>
                  <a:srgbClr val="FFFFFF"/>
                </a:solidFill>
                <a:latin typeface="Inter"/>
                <a:ea typeface="Inter"/>
                <a:cs typeface="Inter"/>
              </a:rPr>
              <a:t>ERP del país</a:t>
            </a:r>
          </a:p>
        </p:txBody>
      </p:sp>
      <p:sp>
        <p:nvSpPr>
          <p:cNvPr id="32" name="AX, Gira o custom&#10;Destino registrado">
            <a:extLst xmlns:a="http://schemas.openxmlformats.org/drawingml/2006/main">
              <a:ext uri="{FF2B5EF4-FFF2-40B4-BE49-F238E27FC236}">
                <a16:creationId xmlns:a16="http://schemas.microsoft.com/office/drawing/2014/main" id="{641EEA01-F283-4247-8D86-8CFC4CD524EC}"/>
              </a:ext>
            </a:extLst>
          </p:cNvPr>
          <p:cNvSpPr>
            <a:spLocks xmlns:a="http://schemas.openxmlformats.org/drawingml/2006/main" noGrp="1"/>
          </p:cNvSpPr>
          <p:nvPr/>
        </p:nvSpPr>
        <p:spPr>
          <a:xfrm xmlns:a="http://schemas.openxmlformats.org/drawingml/2006/main">
            <a:off x="9734550" y="3286125"/>
            <a:ext cx="1714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AX, Gira o custom</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Destino registrado</a:t>
            </a:r>
          </a:p>
        </p:txBody>
      </p:sp>
      <p:sp>
        <p:nvSpPr>
          <p:cNvPr id="33" name="Commit de venta">
            <a:extLst xmlns:a="http://schemas.openxmlformats.org/drawingml/2006/main">
              <a:ext uri="{FF2B5EF4-FFF2-40B4-BE49-F238E27FC236}">
                <a16:creationId xmlns:a16="http://schemas.microsoft.com/office/drawing/2014/main" id="{FC2A5BAD-F9C9-4909-B207-20A0A8E36917}"/>
              </a:ext>
            </a:extLst>
          </p:cNvPr>
          <p:cNvSpPr>
            <a:spLocks xmlns:a="http://schemas.openxmlformats.org/drawingml/2006/main" noGrp="1"/>
          </p:cNvSpPr>
          <p:nvPr/>
        </p:nvSpPr>
        <p:spPr>
          <a:xfrm xmlns:a="http://schemas.openxmlformats.org/drawingml/2006/main">
            <a:off x="609600" y="4343400"/>
            <a:ext cx="422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36569"/>
                </a:solidFill>
                <a:latin typeface="Inter"/>
                <a:ea typeface="Inter"/>
                <a:cs typeface="Inter"/>
              </a:defRPr>
            </a:defPPr>
            <a:lvl1pPr>
              <a:defRPr sz="1500" b="0">
                <a:solidFill>
                  <a:srgbClr val="636569"/>
                </a:solidFill>
                <a:latin typeface="Inter"/>
                <a:ea typeface="Inter"/>
                <a:cs typeface="Inter"/>
              </a:defRPr>
            </a:lvl1pPr>
            <a:lvl2pPr>
              <a:defRPr sz="1500" b="0">
                <a:solidFill>
                  <a:srgbClr val="636569"/>
                </a:solidFill>
                <a:latin typeface="Inter"/>
                <a:ea typeface="Inter"/>
                <a:cs typeface="Inter"/>
              </a:defRPr>
            </a:lvl2pPr>
            <a:lvl3pPr>
              <a:defRPr sz="1500" b="0">
                <a:solidFill>
                  <a:srgbClr val="636569"/>
                </a:solidFill>
                <a:latin typeface="Inter"/>
                <a:ea typeface="Inter"/>
                <a:cs typeface="Inter"/>
              </a:defRPr>
            </a:lvl3pPr>
            <a:lvl4pPr>
              <a:defRPr sz="1500" b="0">
                <a:solidFill>
                  <a:srgbClr val="636569"/>
                </a:solidFill>
                <a:latin typeface="Inter"/>
                <a:ea typeface="Inter"/>
                <a:cs typeface="Inter"/>
              </a:defRPr>
            </a:lvl4pPr>
            <a:lvl5pPr>
              <a:defRPr sz="1500" b="0">
                <a:solidFill>
                  <a:srgbClr val="636569"/>
                </a:solidFill>
                <a:latin typeface="Inter"/>
                <a:ea typeface="Inter"/>
                <a:cs typeface="Inter"/>
              </a:defRPr>
            </a:lvl5pPr>
            <a:lvl6pPr>
              <a:defRPr sz="1500" b="0">
                <a:solidFill>
                  <a:srgbClr val="636569"/>
                </a:solidFill>
                <a:latin typeface="Inter"/>
                <a:ea typeface="Inter"/>
                <a:cs typeface="Inter"/>
              </a:defRPr>
            </a:lvl6pPr>
            <a:lvl7pPr>
              <a:defRPr sz="1500" b="0">
                <a:solidFill>
                  <a:srgbClr val="636569"/>
                </a:solidFill>
                <a:latin typeface="Inter"/>
                <a:ea typeface="Inter"/>
                <a:cs typeface="Inter"/>
              </a:defRPr>
            </a:lvl7pPr>
            <a:lvl8pPr>
              <a:defRPr sz="1500" b="0">
                <a:solidFill>
                  <a:srgbClr val="636569"/>
                </a:solidFill>
                <a:latin typeface="Inter"/>
                <a:ea typeface="Inter"/>
                <a:cs typeface="Inter"/>
              </a:defRPr>
            </a:lvl8pPr>
            <a:lvl9pPr>
              <a:defRPr sz="1500" b="0">
                <a:solidFill>
                  <a:srgbClr val="636569"/>
                </a:solidFill>
                <a:latin typeface="Inter"/>
                <a:ea typeface="Inter"/>
                <a:cs typeface="Inter"/>
              </a:defRPr>
            </a:lvl9pPr>
          </a:lstStyle>
          <a:p xmlns:a="http://schemas.openxmlformats.org/drawingml/2006/main">
            <a:pPr>
              <a:defRPr sz="1500" b="0">
                <a:solidFill>
                  <a:srgbClr val="636569"/>
                </a:solidFill>
                <a:latin typeface="Inter"/>
                <a:ea typeface="Inter"/>
                <a:cs typeface="Inter"/>
              </a:defRPr>
            </a:pPr>
            <a:r>
              <a:rPr sz="1500" b="0">
                <a:solidFill>
                  <a:srgbClr val="636569"/>
                </a:solidFill>
                <a:latin typeface="Inter"/>
                <a:ea typeface="Inter"/>
                <a:cs typeface="Inter"/>
              </a:rPr>
              <a:t>Commit de venta</a:t>
            </a:r>
          </a:p>
        </p:txBody>
      </p:sp>
      <p:sp>
        <p:nvSpPr>
          <p:cNvPr id="34" name="Entrega, recepción y registro ERP conservan estado">
            <a:extLst xmlns:a="http://schemas.openxmlformats.org/drawingml/2006/main">
              <a:ext uri="{FF2B5EF4-FFF2-40B4-BE49-F238E27FC236}">
                <a16:creationId xmlns:a16="http://schemas.microsoft.com/office/drawing/2014/main" id="{1EC4EE9E-E3A6-47CE-9C5D-5035B40E7D21}"/>
              </a:ext>
            </a:extLst>
          </p:cNvPr>
          <p:cNvSpPr>
            <a:spLocks xmlns:a="http://schemas.openxmlformats.org/drawingml/2006/main" noGrp="1"/>
          </p:cNvSpPr>
          <p:nvPr/>
        </p:nvSpPr>
        <p:spPr>
          <a:xfrm xmlns:a="http://schemas.openxmlformats.org/drawingml/2006/main">
            <a:off x="5105400" y="434340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36569"/>
                </a:solidFill>
                <a:latin typeface="Inter"/>
                <a:ea typeface="Inter"/>
                <a:cs typeface="Inter"/>
              </a:defRPr>
            </a:defPPr>
            <a:lvl1pPr>
              <a:defRPr sz="1500" b="0">
                <a:solidFill>
                  <a:srgbClr val="636569"/>
                </a:solidFill>
                <a:latin typeface="Inter"/>
                <a:ea typeface="Inter"/>
                <a:cs typeface="Inter"/>
              </a:defRPr>
            </a:lvl1pPr>
            <a:lvl2pPr>
              <a:defRPr sz="1500" b="0">
                <a:solidFill>
                  <a:srgbClr val="636569"/>
                </a:solidFill>
                <a:latin typeface="Inter"/>
                <a:ea typeface="Inter"/>
                <a:cs typeface="Inter"/>
              </a:defRPr>
            </a:lvl2pPr>
            <a:lvl3pPr>
              <a:defRPr sz="1500" b="0">
                <a:solidFill>
                  <a:srgbClr val="636569"/>
                </a:solidFill>
                <a:latin typeface="Inter"/>
                <a:ea typeface="Inter"/>
                <a:cs typeface="Inter"/>
              </a:defRPr>
            </a:lvl3pPr>
            <a:lvl4pPr>
              <a:defRPr sz="1500" b="0">
                <a:solidFill>
                  <a:srgbClr val="636569"/>
                </a:solidFill>
                <a:latin typeface="Inter"/>
                <a:ea typeface="Inter"/>
                <a:cs typeface="Inter"/>
              </a:defRPr>
            </a:lvl4pPr>
            <a:lvl5pPr>
              <a:defRPr sz="1500" b="0">
                <a:solidFill>
                  <a:srgbClr val="636569"/>
                </a:solidFill>
                <a:latin typeface="Inter"/>
                <a:ea typeface="Inter"/>
                <a:cs typeface="Inter"/>
              </a:defRPr>
            </a:lvl5pPr>
            <a:lvl6pPr>
              <a:defRPr sz="1500" b="0">
                <a:solidFill>
                  <a:srgbClr val="636569"/>
                </a:solidFill>
                <a:latin typeface="Inter"/>
                <a:ea typeface="Inter"/>
                <a:cs typeface="Inter"/>
              </a:defRPr>
            </a:lvl6pPr>
            <a:lvl7pPr>
              <a:defRPr sz="1500" b="0">
                <a:solidFill>
                  <a:srgbClr val="636569"/>
                </a:solidFill>
                <a:latin typeface="Inter"/>
                <a:ea typeface="Inter"/>
                <a:cs typeface="Inter"/>
              </a:defRPr>
            </a:lvl7pPr>
            <a:lvl8pPr>
              <a:defRPr sz="1500" b="0">
                <a:solidFill>
                  <a:srgbClr val="636569"/>
                </a:solidFill>
                <a:latin typeface="Inter"/>
                <a:ea typeface="Inter"/>
                <a:cs typeface="Inter"/>
              </a:defRPr>
            </a:lvl8pPr>
            <a:lvl9pPr>
              <a:defRPr sz="1500" b="0">
                <a:solidFill>
                  <a:srgbClr val="636569"/>
                </a:solidFill>
                <a:latin typeface="Inter"/>
                <a:ea typeface="Inter"/>
                <a:cs typeface="Inter"/>
              </a:defRPr>
            </a:lvl9pPr>
          </a:lstStyle>
          <a:p xmlns:a="http://schemas.openxmlformats.org/drawingml/2006/main">
            <a:pPr>
              <a:defRPr sz="1500" b="0">
                <a:solidFill>
                  <a:srgbClr val="636569"/>
                </a:solidFill>
                <a:latin typeface="Inter"/>
                <a:ea typeface="Inter"/>
                <a:cs typeface="Inter"/>
              </a:defRPr>
            </a:pPr>
            <a:r>
              <a:rPr sz="1500" b="0">
                <a:solidFill>
                  <a:srgbClr val="636569"/>
                </a:solidFill>
                <a:latin typeface="Inter"/>
                <a:ea typeface="Inter"/>
                <a:cs typeface="Inter"/>
              </a:rPr>
              <a:t>Entrega, recepción y registro ERP conservan estados distintos</a:t>
            </a:r>
          </a:p>
        </p:txBody>
      </p:sp>
      <p:sp>
        <p:nvSpPr>
          <p:cNvPr id="35" name="">
            <a:extLst xmlns:a="http://schemas.openxmlformats.org/drawingml/2006/main">
              <a:ext uri="{FF2B5EF4-FFF2-40B4-BE49-F238E27FC236}">
                <a16:creationId xmlns:a16="http://schemas.microsoft.com/office/drawing/2014/main" id="{1A35C822-3C85-406E-89D4-220812B0FF5B}"/>
              </a:ext>
            </a:extLst>
          </p:cNvPr>
          <p:cNvSpPr>
            <a:spLocks xmlns:a="http://schemas.openxmlformats.org/drawingml/2006/main" noGrp="1"/>
          </p:cNvSpPr>
          <p:nvPr/>
        </p:nvSpPr>
        <p:spPr>
          <a:xfrm xmlns:a="http://schemas.openxmlformats.org/drawingml/2006/main">
            <a:off x="609600" y="4905375"/>
            <a:ext cx="3505200" cy="9715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A60DE3D-1290-4893-B6FA-43EEA9A1BD67}"/>
              </a:ext>
            </a:extLst>
          </p:cNvPr>
          <p:cNvSpPr>
            <a:spLocks xmlns:a="http://schemas.openxmlformats.org/drawingml/2006/main" noGrp="1"/>
          </p:cNvSpPr>
          <p:nvPr/>
        </p:nvSpPr>
        <p:spPr>
          <a:xfrm xmlns:a="http://schemas.openxmlformats.org/drawingml/2006/main">
            <a:off x="609600" y="4905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7" name="Modelo propio">
            <a:extLst xmlns:a="http://schemas.openxmlformats.org/drawingml/2006/main">
              <a:ext uri="{FF2B5EF4-FFF2-40B4-BE49-F238E27FC236}">
                <a16:creationId xmlns:a16="http://schemas.microsoft.com/office/drawing/2014/main" id="{FED1DB96-74F6-470E-9256-A19DFF309935}"/>
              </a:ext>
            </a:extLst>
          </p:cNvPr>
          <p:cNvSpPr>
            <a:spLocks xmlns:a="http://schemas.openxmlformats.org/drawingml/2006/main" noGrp="1"/>
          </p:cNvSpPr>
          <p:nvPr/>
        </p:nvSpPr>
        <p:spPr>
          <a:xfrm xmlns:a="http://schemas.openxmlformats.org/drawingml/2006/main">
            <a:off x="742950" y="4972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Modelo propio</a:t>
            </a:r>
          </a:p>
        </p:txBody>
      </p:sp>
      <p:sp>
        <p:nvSpPr>
          <p:cNvPr id="38" name="IDs, estados y reglas del POS independientes del m">
            <a:extLst xmlns:a="http://schemas.openxmlformats.org/drawingml/2006/main">
              <a:ext uri="{FF2B5EF4-FFF2-40B4-BE49-F238E27FC236}">
                <a16:creationId xmlns:a16="http://schemas.microsoft.com/office/drawing/2014/main" id="{7C47ED20-8A1D-494E-8896-7C49E3A594DF}"/>
              </a:ext>
            </a:extLst>
          </p:cNvPr>
          <p:cNvSpPr>
            <a:spLocks xmlns:a="http://schemas.openxmlformats.org/drawingml/2006/main" noGrp="1"/>
          </p:cNvSpPr>
          <p:nvPr/>
        </p:nvSpPr>
        <p:spPr>
          <a:xfrm xmlns:a="http://schemas.openxmlformats.org/drawingml/2006/main">
            <a:off x="742950" y="54197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IDs, estados y reglas del POS independientes del modelo de AX.</a:t>
            </a:r>
          </a:p>
        </p:txBody>
      </p:sp>
      <p:sp>
        <p:nvSpPr>
          <p:cNvPr id="39" name="">
            <a:extLst xmlns:a="http://schemas.openxmlformats.org/drawingml/2006/main">
              <a:ext uri="{FF2B5EF4-FFF2-40B4-BE49-F238E27FC236}">
                <a16:creationId xmlns:a16="http://schemas.microsoft.com/office/drawing/2014/main" id="{A20904E5-449E-4BC0-878C-D2B58B314FB0}"/>
              </a:ext>
            </a:extLst>
          </p:cNvPr>
          <p:cNvSpPr>
            <a:spLocks xmlns:a="http://schemas.openxmlformats.org/drawingml/2006/main" noGrp="1"/>
          </p:cNvSpPr>
          <p:nvPr/>
        </p:nvSpPr>
        <p:spPr>
          <a:xfrm xmlns:a="http://schemas.openxmlformats.org/drawingml/2006/main">
            <a:off x="4343400" y="4905375"/>
            <a:ext cx="3505200" cy="9715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5857E6E-C47D-4CC9-B447-F02E60F5E9A5}"/>
              </a:ext>
            </a:extLst>
          </p:cNvPr>
          <p:cNvSpPr>
            <a:spLocks xmlns:a="http://schemas.openxmlformats.org/drawingml/2006/main" noGrp="1"/>
          </p:cNvSpPr>
          <p:nvPr/>
        </p:nvSpPr>
        <p:spPr>
          <a:xfrm xmlns:a="http://schemas.openxmlformats.org/drawingml/2006/main">
            <a:off x="4343400" y="4905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41" name="Continuidad">
            <a:extLst xmlns:a="http://schemas.openxmlformats.org/drawingml/2006/main">
              <a:ext uri="{FF2B5EF4-FFF2-40B4-BE49-F238E27FC236}">
                <a16:creationId xmlns:a16="http://schemas.microsoft.com/office/drawing/2014/main" id="{62A66D88-B989-4E4F-929C-7D27CA930140}"/>
              </a:ext>
            </a:extLst>
          </p:cNvPr>
          <p:cNvSpPr>
            <a:spLocks xmlns:a="http://schemas.openxmlformats.org/drawingml/2006/main" noGrp="1"/>
          </p:cNvSpPr>
          <p:nvPr/>
        </p:nvSpPr>
        <p:spPr>
          <a:xfrm xmlns:a="http://schemas.openxmlformats.org/drawingml/2006/main">
            <a:off x="4476750" y="4972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Continuidad</a:t>
            </a:r>
          </a:p>
        </p:txBody>
      </p:sp>
      <p:sp>
        <p:nvSpPr>
          <p:cNvPr id="42" name="La venta permitida offline no espera la disponibil">
            <a:extLst xmlns:a="http://schemas.openxmlformats.org/drawingml/2006/main">
              <a:ext uri="{FF2B5EF4-FFF2-40B4-BE49-F238E27FC236}">
                <a16:creationId xmlns:a16="http://schemas.microsoft.com/office/drawing/2014/main" id="{FAC23B79-EA1E-4A9F-A2E1-2AE1A9BA59B2}"/>
              </a:ext>
            </a:extLst>
          </p:cNvPr>
          <p:cNvSpPr>
            <a:spLocks xmlns:a="http://schemas.openxmlformats.org/drawingml/2006/main" noGrp="1"/>
          </p:cNvSpPr>
          <p:nvPr/>
        </p:nvSpPr>
        <p:spPr>
          <a:xfrm xmlns:a="http://schemas.openxmlformats.org/drawingml/2006/main">
            <a:off x="4476750" y="54197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La venta permitida offline no espera la disponibilidad del ERP.</a:t>
            </a:r>
          </a:p>
        </p:txBody>
      </p:sp>
      <p:sp>
        <p:nvSpPr>
          <p:cNvPr id="43" name="">
            <a:extLst xmlns:a="http://schemas.openxmlformats.org/drawingml/2006/main">
              <a:ext uri="{FF2B5EF4-FFF2-40B4-BE49-F238E27FC236}">
                <a16:creationId xmlns:a16="http://schemas.microsoft.com/office/drawing/2014/main" id="{20536F34-83E0-45A0-A70A-FF3699603DCD}"/>
              </a:ext>
            </a:extLst>
          </p:cNvPr>
          <p:cNvSpPr>
            <a:spLocks xmlns:a="http://schemas.openxmlformats.org/drawingml/2006/main" noGrp="1"/>
          </p:cNvSpPr>
          <p:nvPr/>
        </p:nvSpPr>
        <p:spPr>
          <a:xfrm xmlns:a="http://schemas.openxmlformats.org/drawingml/2006/main">
            <a:off x="8077200" y="4905375"/>
            <a:ext cx="3505200" cy="9715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919D1D3-79D5-4628-B928-D40663A45331}"/>
              </a:ext>
            </a:extLst>
          </p:cNvPr>
          <p:cNvSpPr>
            <a:spLocks xmlns:a="http://schemas.openxmlformats.org/drawingml/2006/main" noGrp="1"/>
          </p:cNvSpPr>
          <p:nvPr/>
        </p:nvSpPr>
        <p:spPr>
          <a:xfrm xmlns:a="http://schemas.openxmlformats.org/drawingml/2006/main">
            <a:off x="8077200" y="4905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45" name="Evolución">
            <a:extLst xmlns:a="http://schemas.openxmlformats.org/drawingml/2006/main">
              <a:ext uri="{FF2B5EF4-FFF2-40B4-BE49-F238E27FC236}">
                <a16:creationId xmlns:a16="http://schemas.microsoft.com/office/drawing/2014/main" id="{CFD31DCB-85BA-4C7F-8CF7-CF9BA721AB26}"/>
              </a:ext>
            </a:extLst>
          </p:cNvPr>
          <p:cNvSpPr>
            <a:spLocks xmlns:a="http://schemas.openxmlformats.org/drawingml/2006/main" noGrp="1"/>
          </p:cNvSpPr>
          <p:nvPr/>
        </p:nvSpPr>
        <p:spPr>
          <a:xfrm xmlns:a="http://schemas.openxmlformats.org/drawingml/2006/main">
            <a:off x="8210550" y="4972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Evolución</a:t>
            </a:r>
          </a:p>
        </p:txBody>
      </p:sp>
      <p:sp>
        <p:nvSpPr>
          <p:cNvPr id="46" name="El cambio de ERP concentra trabajo en contratos, m">
            <a:extLst xmlns:a="http://schemas.openxmlformats.org/drawingml/2006/main">
              <a:ext uri="{FF2B5EF4-FFF2-40B4-BE49-F238E27FC236}">
                <a16:creationId xmlns:a16="http://schemas.microsoft.com/office/drawing/2014/main" id="{D05B0C48-4C6B-43AC-98A5-A2580525326E}"/>
              </a:ext>
            </a:extLst>
          </p:cNvPr>
          <p:cNvSpPr>
            <a:spLocks xmlns:a="http://schemas.openxmlformats.org/drawingml/2006/main" noGrp="1"/>
          </p:cNvSpPr>
          <p:nvPr/>
        </p:nvSpPr>
        <p:spPr>
          <a:xfrm xmlns:a="http://schemas.openxmlformats.org/drawingml/2006/main">
            <a:off x="8210550" y="54197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El cambio de ERP concentra trabajo en contratos, mapeos y conectores.</a:t>
            </a:r>
          </a:p>
        </p:txBody>
      </p:sp>
      <p:sp>
        <p:nvSpPr>
          <p:cNvPr id="47" name="">
            <a:extLst xmlns:a="http://schemas.openxmlformats.org/drawingml/2006/main">
              <a:ext uri="{FF2B5EF4-FFF2-40B4-BE49-F238E27FC236}">
                <a16:creationId xmlns:a16="http://schemas.microsoft.com/office/drawing/2014/main" id="{257F1872-2B0B-41E8-990A-96CEF319BC51}"/>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48" name="La ACL traduce significados; el adaptador resuelve">
            <a:extLst xmlns:a="http://schemas.openxmlformats.org/drawingml/2006/main">
              <a:ext uri="{FF2B5EF4-FFF2-40B4-BE49-F238E27FC236}">
                <a16:creationId xmlns:a16="http://schemas.microsoft.com/office/drawing/2014/main" id="{433F02FD-52FF-4C72-A55A-76D18AF236F1}"/>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La ACL traduce significados; el adaptador resuelve el acceso técnico. Pueden convivir en el mismo módulo.</a:t>
            </a:r>
          </a:p>
        </p:txBody>
      </p:sp>
    </p:spTree>
    <p:extLst>
      <p:ext uri="{BB962C8B-B14F-4D97-AF65-F5344CB8AC3E}">
        <p14:creationId xmlns:p14="http://schemas.microsoft.com/office/powerpoint/2010/main" val="17291773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4" name="">
            <a:extLst xmlns:a="http://schemas.openxmlformats.org/drawingml/2006/main">
              <a:ext uri="{FF2B5EF4-FFF2-40B4-BE49-F238E27FC236}">
                <a16:creationId xmlns:a16="http://schemas.microsoft.com/office/drawing/2014/main" id="{BC633198-397A-464B-80F3-EA76CE030406}"/>
              </a:ext>
            </a:extLst>
          </p:cNvPr>
          <p:cNvPicPr>
            <a:picLocks xmlns:a="http://schemas.openxmlformats.org/drawingml/2006/main" noChangeAspect="1"/>
          </p:cNvPicPr>
          <p:nvPr/>
        </p:nvPicPr>
        <p:blipFill>
          <a:blip xmlns:r="http://schemas.openxmlformats.org/officeDocument/2006/relationships" xmlns:a="http://schemas.openxmlformats.org/drawingml/2006/main" r:embed="Rb12e82c7859640a6">
            <a:extLst>
              <a:ext uri="{96DAC541-7B7A-43D3-8B79-37D633B846F1}">
                <asvg:svgBlip xmlns:asvg="http://schemas.microsoft.com/office/drawing/2016/SVG/main" r:embed="Rc4207452c42b4ea5"/>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TOPOLOGÍA PROPUESTA POR PAÍS">
            <a:extLst xmlns:a="http://schemas.openxmlformats.org/drawingml/2006/main">
              <a:ext uri="{FF2B5EF4-FFF2-40B4-BE49-F238E27FC236}">
                <a16:creationId xmlns:a16="http://schemas.microsoft.com/office/drawing/2014/main" id="{8B5D9E57-3A65-4DE2-A517-AB2217257CFE}"/>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TOPOLOGÍA PROPUESTA POR PAÍS</a:t>
            </a:r>
          </a:p>
        </p:txBody>
      </p:sp>
      <p:sp>
        <p:nvSpPr>
          <p:cNvPr id="3" name="ACL e integración con los ERP actuales">
            <a:extLst xmlns:a="http://schemas.openxmlformats.org/drawingml/2006/main">
              <a:ext uri="{FF2B5EF4-FFF2-40B4-BE49-F238E27FC236}">
                <a16:creationId xmlns:a16="http://schemas.microsoft.com/office/drawing/2014/main" id="{EDCEA9AC-B564-472A-B401-A0B1F73A9788}"/>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ACL e integración con los ERP actuales</a:t>
            </a:r>
          </a:p>
        </p:txBody>
      </p:sp>
      <p:sp>
        <p:nvSpPr>
          <p:cNvPr id="4" name="">
            <a:extLst xmlns:a="http://schemas.openxmlformats.org/drawingml/2006/main">
              <a:ext uri="{FF2B5EF4-FFF2-40B4-BE49-F238E27FC236}">
                <a16:creationId xmlns:a16="http://schemas.microsoft.com/office/drawing/2014/main" id="{4F5E3056-1D6F-4046-80CD-D2F5E4E4F42B}"/>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C6635C20-25A4-4622-86F6-F79E28270F24}"/>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09 / 16">
            <a:extLst xmlns:a="http://schemas.openxmlformats.org/drawingml/2006/main">
              <a:ext uri="{FF2B5EF4-FFF2-40B4-BE49-F238E27FC236}">
                <a16:creationId xmlns:a16="http://schemas.microsoft.com/office/drawing/2014/main" id="{1AE03C74-0B4D-4B39-92C9-964CCFE2AAC8}"/>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09 / 16</a:t>
            </a:r>
          </a:p>
        </p:txBody>
      </p:sp>
      <p:sp>
        <p:nvSpPr>
          <p:cNvPr id="7" name="Plataforma de país">
            <a:extLst xmlns:a="http://schemas.openxmlformats.org/drawingml/2006/main">
              <a:ext uri="{FF2B5EF4-FFF2-40B4-BE49-F238E27FC236}">
                <a16:creationId xmlns:a16="http://schemas.microsoft.com/office/drawing/2014/main" id="{B54C44B1-37AD-43DC-8B38-406FD1CFBA2E}"/>
              </a:ext>
            </a:extLst>
          </p:cNvPr>
          <p:cNvSpPr>
            <a:spLocks xmlns:a="http://schemas.openxmlformats.org/drawingml/2006/main" noGrp="1"/>
          </p:cNvSpPr>
          <p:nvPr/>
        </p:nvSpPr>
        <p:spPr>
          <a:xfrm xmlns:a="http://schemas.openxmlformats.org/drawingml/2006/main">
            <a:off x="609600" y="217170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6DB6"/>
                </a:solidFill>
                <a:latin typeface="Inter"/>
                <a:ea typeface="Inter"/>
                <a:cs typeface="Inter"/>
              </a:defRPr>
            </a:defPPr>
            <a:lvl1pPr>
              <a:defRPr sz="1725" b="1">
                <a:solidFill>
                  <a:srgbClr val="006DB6"/>
                </a:solidFill>
                <a:latin typeface="Inter"/>
                <a:ea typeface="Inter"/>
                <a:cs typeface="Inter"/>
              </a:defRPr>
            </a:lvl1pPr>
            <a:lvl2pPr>
              <a:defRPr sz="1725" b="1">
                <a:solidFill>
                  <a:srgbClr val="006DB6"/>
                </a:solidFill>
                <a:latin typeface="Inter"/>
                <a:ea typeface="Inter"/>
                <a:cs typeface="Inter"/>
              </a:defRPr>
            </a:lvl2pPr>
            <a:lvl3pPr>
              <a:defRPr sz="1725" b="1">
                <a:solidFill>
                  <a:srgbClr val="006DB6"/>
                </a:solidFill>
                <a:latin typeface="Inter"/>
                <a:ea typeface="Inter"/>
                <a:cs typeface="Inter"/>
              </a:defRPr>
            </a:lvl3pPr>
            <a:lvl4pPr>
              <a:defRPr sz="1725" b="1">
                <a:solidFill>
                  <a:srgbClr val="006DB6"/>
                </a:solidFill>
                <a:latin typeface="Inter"/>
                <a:ea typeface="Inter"/>
                <a:cs typeface="Inter"/>
              </a:defRPr>
            </a:lvl4pPr>
            <a:lvl5pPr>
              <a:defRPr sz="1725" b="1">
                <a:solidFill>
                  <a:srgbClr val="006DB6"/>
                </a:solidFill>
                <a:latin typeface="Inter"/>
                <a:ea typeface="Inter"/>
                <a:cs typeface="Inter"/>
              </a:defRPr>
            </a:lvl5pPr>
            <a:lvl6pPr>
              <a:defRPr sz="1725" b="1">
                <a:solidFill>
                  <a:srgbClr val="006DB6"/>
                </a:solidFill>
                <a:latin typeface="Inter"/>
                <a:ea typeface="Inter"/>
                <a:cs typeface="Inter"/>
              </a:defRPr>
            </a:lvl6pPr>
            <a:lvl7pPr>
              <a:defRPr sz="1725" b="1">
                <a:solidFill>
                  <a:srgbClr val="006DB6"/>
                </a:solidFill>
                <a:latin typeface="Inter"/>
                <a:ea typeface="Inter"/>
                <a:cs typeface="Inter"/>
              </a:defRPr>
            </a:lvl7pPr>
            <a:lvl8pPr>
              <a:defRPr sz="1725" b="1">
                <a:solidFill>
                  <a:srgbClr val="006DB6"/>
                </a:solidFill>
                <a:latin typeface="Inter"/>
                <a:ea typeface="Inter"/>
                <a:cs typeface="Inter"/>
              </a:defRPr>
            </a:lvl8pPr>
            <a:lvl9pPr>
              <a:defRPr sz="1725" b="1">
                <a:solidFill>
                  <a:srgbClr val="006DB6"/>
                </a:solidFill>
                <a:latin typeface="Inter"/>
                <a:ea typeface="Inter"/>
                <a:cs typeface="Inter"/>
              </a:defRPr>
            </a:lvl9pPr>
          </a:lstStyle>
          <a:p xmlns:a="http://schemas.openxmlformats.org/drawingml/2006/main">
            <a:pPr>
              <a:defRPr sz="1725" b="1">
                <a:solidFill>
                  <a:srgbClr val="006DB6"/>
                </a:solidFill>
                <a:latin typeface="Inter"/>
                <a:ea typeface="Inter"/>
                <a:cs typeface="Inter"/>
              </a:defRPr>
            </a:pPr>
            <a:r>
              <a:rPr sz="1725" b="1">
                <a:solidFill>
                  <a:srgbClr val="006DB6"/>
                </a:solidFill>
                <a:latin typeface="Inter"/>
                <a:ea typeface="Inter"/>
                <a:cs typeface="Inter"/>
              </a:rPr>
              <a:t>Plataforma de país</a:t>
            </a:r>
          </a:p>
        </p:txBody>
      </p:sp>
      <p:sp>
        <p:nvSpPr>
          <p:cNvPr id="8" name="Red autorizada del ERP">
            <a:extLst xmlns:a="http://schemas.openxmlformats.org/drawingml/2006/main">
              <a:ext uri="{FF2B5EF4-FFF2-40B4-BE49-F238E27FC236}">
                <a16:creationId xmlns:a16="http://schemas.microsoft.com/office/drawing/2014/main" id="{C97DE221-9940-48AF-990C-2B8211CC484B}"/>
              </a:ext>
            </a:extLst>
          </p:cNvPr>
          <p:cNvSpPr>
            <a:spLocks xmlns:a="http://schemas.openxmlformats.org/drawingml/2006/main" noGrp="1"/>
          </p:cNvSpPr>
          <p:nvPr/>
        </p:nvSpPr>
        <p:spPr>
          <a:xfrm xmlns:a="http://schemas.openxmlformats.org/drawingml/2006/main">
            <a:off x="4953000" y="2171700"/>
            <a:ext cx="6629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6DB6"/>
                </a:solidFill>
                <a:latin typeface="Inter"/>
                <a:ea typeface="Inter"/>
                <a:cs typeface="Inter"/>
              </a:defRPr>
            </a:defPPr>
            <a:lvl1pPr>
              <a:defRPr sz="1725" b="1">
                <a:solidFill>
                  <a:srgbClr val="006DB6"/>
                </a:solidFill>
                <a:latin typeface="Inter"/>
                <a:ea typeface="Inter"/>
                <a:cs typeface="Inter"/>
              </a:defRPr>
            </a:lvl1pPr>
            <a:lvl2pPr>
              <a:defRPr sz="1725" b="1">
                <a:solidFill>
                  <a:srgbClr val="006DB6"/>
                </a:solidFill>
                <a:latin typeface="Inter"/>
                <a:ea typeface="Inter"/>
                <a:cs typeface="Inter"/>
              </a:defRPr>
            </a:lvl2pPr>
            <a:lvl3pPr>
              <a:defRPr sz="1725" b="1">
                <a:solidFill>
                  <a:srgbClr val="006DB6"/>
                </a:solidFill>
                <a:latin typeface="Inter"/>
                <a:ea typeface="Inter"/>
                <a:cs typeface="Inter"/>
              </a:defRPr>
            </a:lvl3pPr>
            <a:lvl4pPr>
              <a:defRPr sz="1725" b="1">
                <a:solidFill>
                  <a:srgbClr val="006DB6"/>
                </a:solidFill>
                <a:latin typeface="Inter"/>
                <a:ea typeface="Inter"/>
                <a:cs typeface="Inter"/>
              </a:defRPr>
            </a:lvl4pPr>
            <a:lvl5pPr>
              <a:defRPr sz="1725" b="1">
                <a:solidFill>
                  <a:srgbClr val="006DB6"/>
                </a:solidFill>
                <a:latin typeface="Inter"/>
                <a:ea typeface="Inter"/>
                <a:cs typeface="Inter"/>
              </a:defRPr>
            </a:lvl5pPr>
            <a:lvl6pPr>
              <a:defRPr sz="1725" b="1">
                <a:solidFill>
                  <a:srgbClr val="006DB6"/>
                </a:solidFill>
                <a:latin typeface="Inter"/>
                <a:ea typeface="Inter"/>
                <a:cs typeface="Inter"/>
              </a:defRPr>
            </a:lvl6pPr>
            <a:lvl7pPr>
              <a:defRPr sz="1725" b="1">
                <a:solidFill>
                  <a:srgbClr val="006DB6"/>
                </a:solidFill>
                <a:latin typeface="Inter"/>
                <a:ea typeface="Inter"/>
                <a:cs typeface="Inter"/>
              </a:defRPr>
            </a:lvl7pPr>
            <a:lvl8pPr>
              <a:defRPr sz="1725" b="1">
                <a:solidFill>
                  <a:srgbClr val="006DB6"/>
                </a:solidFill>
                <a:latin typeface="Inter"/>
                <a:ea typeface="Inter"/>
                <a:cs typeface="Inter"/>
              </a:defRPr>
            </a:lvl8pPr>
            <a:lvl9pPr>
              <a:defRPr sz="1725" b="1">
                <a:solidFill>
                  <a:srgbClr val="006DB6"/>
                </a:solidFill>
                <a:latin typeface="Inter"/>
                <a:ea typeface="Inter"/>
                <a:cs typeface="Inter"/>
              </a:defRPr>
            </a:lvl9pPr>
          </a:lstStyle>
          <a:p xmlns:a="http://schemas.openxmlformats.org/drawingml/2006/main">
            <a:pPr>
              <a:defRPr sz="1725" b="1">
                <a:solidFill>
                  <a:srgbClr val="006DB6"/>
                </a:solidFill>
                <a:latin typeface="Inter"/>
                <a:ea typeface="Inter"/>
                <a:cs typeface="Inter"/>
              </a:defRPr>
            </a:pPr>
            <a:r>
              <a:rPr sz="1725" b="1">
                <a:solidFill>
                  <a:srgbClr val="006DB6"/>
                </a:solidFill>
                <a:latin typeface="Inter"/>
                <a:ea typeface="Inter"/>
                <a:cs typeface="Inter"/>
              </a:rPr>
              <a:t>Red autorizada del ERP</a:t>
            </a:r>
          </a:p>
        </p:txBody>
      </p:sp>
      <p:sp>
        <p:nvSpPr>
          <p:cNvPr id="9" name="">
            <a:extLst xmlns:a="http://schemas.openxmlformats.org/drawingml/2006/main">
              <a:ext uri="{FF2B5EF4-FFF2-40B4-BE49-F238E27FC236}">
                <a16:creationId xmlns:a16="http://schemas.microsoft.com/office/drawing/2014/main" id="{2D3B5A0F-91E2-415A-A3C5-21BF5B1FFD0D}"/>
              </a:ext>
            </a:extLst>
          </p:cNvPr>
          <p:cNvSpPr>
            <a:spLocks xmlns:a="http://schemas.openxmlformats.org/drawingml/2006/main" noGrp="1"/>
          </p:cNvSpPr>
          <p:nvPr/>
        </p:nvSpPr>
        <p:spPr>
          <a:xfrm xmlns:a="http://schemas.openxmlformats.org/drawingml/2006/main">
            <a:off x="609600" y="2609850"/>
            <a:ext cx="2647950" cy="31527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FFE6887-1B40-49AA-AB39-745D8448A03A}"/>
              </a:ext>
            </a:extLst>
          </p:cNvPr>
          <p:cNvSpPr>
            <a:spLocks xmlns:a="http://schemas.openxmlformats.org/drawingml/2006/main" noGrp="1"/>
          </p:cNvSpPr>
          <p:nvPr/>
        </p:nvSpPr>
        <p:spPr>
          <a:xfrm xmlns:a="http://schemas.openxmlformats.org/drawingml/2006/main">
            <a:off x="609600" y="2609850"/>
            <a:ext cx="264795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1" name="country-api">
            <a:extLst xmlns:a="http://schemas.openxmlformats.org/drawingml/2006/main">
              <a:ext uri="{FF2B5EF4-FFF2-40B4-BE49-F238E27FC236}">
                <a16:creationId xmlns:a16="http://schemas.microsoft.com/office/drawing/2014/main" id="{339941E9-FE32-4932-9C95-629E9267034F}"/>
              </a:ext>
            </a:extLst>
          </p:cNvPr>
          <p:cNvSpPr>
            <a:spLocks xmlns:a="http://schemas.openxmlformats.org/drawingml/2006/main" noGrp="1"/>
          </p:cNvSpPr>
          <p:nvPr/>
        </p:nvSpPr>
        <p:spPr>
          <a:xfrm xmlns:a="http://schemas.openxmlformats.org/drawingml/2006/main">
            <a:off x="742950" y="26765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country-api</a:t>
            </a:r>
          </a:p>
        </p:txBody>
      </p:sp>
      <p:sp>
        <p:nvSpPr>
          <p:cNvPr id="12" name="Recepción durable&#10;&#10;PostgreSQL de país&#10;Trabajo y re">
            <a:extLst xmlns:a="http://schemas.openxmlformats.org/drawingml/2006/main">
              <a:ext uri="{FF2B5EF4-FFF2-40B4-BE49-F238E27FC236}">
                <a16:creationId xmlns:a16="http://schemas.microsoft.com/office/drawing/2014/main" id="{B4D6EDD2-FA32-4428-A6CB-DD86F3A75364}"/>
              </a:ext>
            </a:extLst>
          </p:cNvPr>
          <p:cNvSpPr>
            <a:spLocks xmlns:a="http://schemas.openxmlformats.org/drawingml/2006/main" noGrp="1"/>
          </p:cNvSpPr>
          <p:nvPr/>
        </p:nvSpPr>
        <p:spPr>
          <a:xfrm xmlns:a="http://schemas.openxmlformats.org/drawingml/2006/main">
            <a:off x="742950" y="3124200"/>
            <a:ext cx="23812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Recepción durable</a:t>
            </a:r>
          </a:p>
          <a:p xmlns:a="http://schemas.openxmlformats.org/drawingml/2006/main">
            <a:r>
              <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PostgreSQL de país</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Trabajo y resultados</a:t>
            </a:r>
          </a:p>
          <a:p xmlns:a="http://schemas.openxmlformats.org/drawingml/2006/main">
            <a:r>
              <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Contrato común POS</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Consulta y conciliación</a:t>
            </a:r>
          </a:p>
        </p:txBody>
      </p:sp>
      <p:sp>
        <p:nvSpPr>
          <p:cNvPr id="13" name="">
            <a:extLst xmlns:a="http://schemas.openxmlformats.org/drawingml/2006/main">
              <a:ext uri="{FF2B5EF4-FFF2-40B4-BE49-F238E27FC236}">
                <a16:creationId xmlns:a16="http://schemas.microsoft.com/office/drawing/2014/main" id="{6E52E4F7-279E-4294-B985-907F5E46EEEA}"/>
              </a:ext>
            </a:extLst>
          </p:cNvPr>
          <p:cNvSpPr>
            <a:spLocks xmlns:a="http://schemas.openxmlformats.org/drawingml/2006/main" noGrp="1"/>
          </p:cNvSpPr>
          <p:nvPr/>
        </p:nvSpPr>
        <p:spPr>
          <a:xfrm xmlns:a="http://schemas.openxmlformats.org/drawingml/2006/main">
            <a:off x="4953000" y="2609850"/>
            <a:ext cx="3409950" cy="9810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6F5A832-0B47-4C9F-8EA2-70A76907A394}"/>
              </a:ext>
            </a:extLst>
          </p:cNvPr>
          <p:cNvSpPr>
            <a:spLocks xmlns:a="http://schemas.openxmlformats.org/drawingml/2006/main" noGrp="1"/>
          </p:cNvSpPr>
          <p:nvPr/>
        </p:nvSpPr>
        <p:spPr>
          <a:xfrm xmlns:a="http://schemas.openxmlformats.org/drawingml/2006/main">
            <a:off x="4953000" y="2609850"/>
            <a:ext cx="340995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5" name="CL / erp-worker + ACL">
            <a:extLst xmlns:a="http://schemas.openxmlformats.org/drawingml/2006/main">
              <a:ext uri="{FF2B5EF4-FFF2-40B4-BE49-F238E27FC236}">
                <a16:creationId xmlns:a16="http://schemas.microsoft.com/office/drawing/2014/main" id="{15612258-F5C5-4F8E-BE96-4A88099C246D}"/>
              </a:ext>
            </a:extLst>
          </p:cNvPr>
          <p:cNvSpPr>
            <a:spLocks xmlns:a="http://schemas.openxmlformats.org/drawingml/2006/main" noGrp="1"/>
          </p:cNvSpPr>
          <p:nvPr/>
        </p:nvSpPr>
        <p:spPr>
          <a:xfrm xmlns:a="http://schemas.openxmlformats.org/drawingml/2006/main">
            <a:off x="5086350" y="26765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CL / erp-worker + ACL</a:t>
            </a:r>
          </a:p>
        </p:txBody>
      </p:sp>
      <p:sp>
        <p:nvSpPr>
          <p:cNvPr id="16" name="Identidades y estados AX&#10;Interfaz por homologar">
            <a:extLst xmlns:a="http://schemas.openxmlformats.org/drawingml/2006/main">
              <a:ext uri="{FF2B5EF4-FFF2-40B4-BE49-F238E27FC236}">
                <a16:creationId xmlns:a16="http://schemas.microsoft.com/office/drawing/2014/main" id="{88DDCA6C-BA65-4B80-A120-875CDB948CB0}"/>
              </a:ext>
            </a:extLst>
          </p:cNvPr>
          <p:cNvSpPr>
            <a:spLocks xmlns:a="http://schemas.openxmlformats.org/drawingml/2006/main" noGrp="1"/>
          </p:cNvSpPr>
          <p:nvPr/>
        </p:nvSpPr>
        <p:spPr>
          <a:xfrm xmlns:a="http://schemas.openxmlformats.org/drawingml/2006/main">
            <a:off x="5086350" y="31242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Identidades y estados AX</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Interfaz por homologar</a:t>
            </a:r>
          </a:p>
        </p:txBody>
      </p:sp>
      <p:sp>
        <p:nvSpPr>
          <p:cNvPr id="17" name="">
            <a:extLst xmlns:a="http://schemas.openxmlformats.org/drawingml/2006/main">
              <a:ext uri="{FF2B5EF4-FFF2-40B4-BE49-F238E27FC236}">
                <a16:creationId xmlns:a16="http://schemas.microsoft.com/office/drawing/2014/main" id="{FA393D3F-81E0-4476-A23B-B4087CC1204F}"/>
              </a:ext>
            </a:extLst>
          </p:cNvPr>
          <p:cNvSpPr>
            <a:spLocks xmlns:a="http://schemas.openxmlformats.org/drawingml/2006/main" noGrp="1"/>
          </p:cNvSpPr>
          <p:nvPr/>
        </p:nvSpPr>
        <p:spPr>
          <a:xfrm xmlns:a="http://schemas.openxmlformats.org/drawingml/2006/main">
            <a:off x="9620250" y="2609850"/>
            <a:ext cx="1962150" cy="9810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3D968F3-B1D3-4E8D-A1C5-04E74F8F2610}"/>
              </a:ext>
            </a:extLst>
          </p:cNvPr>
          <p:cNvSpPr>
            <a:spLocks xmlns:a="http://schemas.openxmlformats.org/drawingml/2006/main" noGrp="1"/>
          </p:cNvSpPr>
          <p:nvPr/>
        </p:nvSpPr>
        <p:spPr>
          <a:xfrm xmlns:a="http://schemas.openxmlformats.org/drawingml/2006/main">
            <a:off x="9620250" y="2609850"/>
            <a:ext cx="196215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9" name="Dynamics AX">
            <a:extLst xmlns:a="http://schemas.openxmlformats.org/drawingml/2006/main">
              <a:ext uri="{FF2B5EF4-FFF2-40B4-BE49-F238E27FC236}">
                <a16:creationId xmlns:a16="http://schemas.microsoft.com/office/drawing/2014/main" id="{E6D92362-43A1-49DC-A5B0-4F3B6A7B1558}"/>
              </a:ext>
            </a:extLst>
          </p:cNvPr>
          <p:cNvSpPr>
            <a:spLocks xmlns:a="http://schemas.openxmlformats.org/drawingml/2006/main" noGrp="1"/>
          </p:cNvSpPr>
          <p:nvPr/>
        </p:nvSpPr>
        <p:spPr>
          <a:xfrm xmlns:a="http://schemas.openxmlformats.org/drawingml/2006/main">
            <a:off x="9753600" y="2676525"/>
            <a:ext cx="169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Dynamics AX</a:t>
            </a:r>
          </a:p>
        </p:txBody>
      </p:sp>
      <p:sp>
        <p:nvSpPr>
          <p:cNvPr id="20" name="On-premise">
            <a:extLst xmlns:a="http://schemas.openxmlformats.org/drawingml/2006/main">
              <a:ext uri="{FF2B5EF4-FFF2-40B4-BE49-F238E27FC236}">
                <a16:creationId xmlns:a16="http://schemas.microsoft.com/office/drawing/2014/main" id="{2DBA2EBE-660B-4C15-B752-1607D1A4A53E}"/>
              </a:ext>
            </a:extLst>
          </p:cNvPr>
          <p:cNvSpPr>
            <a:spLocks xmlns:a="http://schemas.openxmlformats.org/drawingml/2006/main" noGrp="1"/>
          </p:cNvSpPr>
          <p:nvPr/>
        </p:nvSpPr>
        <p:spPr>
          <a:xfrm xmlns:a="http://schemas.openxmlformats.org/drawingml/2006/main">
            <a:off x="9753600" y="31242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On-premise</a:t>
            </a:r>
          </a:p>
        </p:txBody>
      </p:sp>
      <p:cxnSp>
        <p:nvCxnSpPr>
          <p:cNvPr id="21" name="">
            <a:extLst xmlns:a="http://schemas.openxmlformats.org/drawingml/2006/main">
              <a:ext uri="{FF2B5EF4-FFF2-40B4-BE49-F238E27FC236}">
                <a16:creationId xmlns:a16="http://schemas.microsoft.com/office/drawing/2014/main" id="{3F8B01C2-C83C-41BC-9929-5CA303CA7D6E}"/>
              </a:ext>
            </a:extLst>
          </p:cNvPr>
          <p:cNvCxnSpPr/>
          <p:nvPr/>
        </p:nvCxnSpPr>
        <p:spPr>
          <a:xfrm xmlns:a="http://schemas.openxmlformats.org/drawingml/2006/main">
            <a:off x="3257550" y="3209925"/>
            <a:ext cx="1695450" cy="0"/>
          </a:xfrm>
          <a:prstGeom xmlns:a="http://schemas.openxmlformats.org/drawingml/2006/main" prst="straightConnector1">
            <a:avLst/>
          </a:prstGeom>
          <a:ln xmlns:a="http://schemas.openxmlformats.org/drawingml/2006/main" w="19050">
            <a:solidFill>
              <a:srgbClr val="00937F"/>
            </a:solidFill>
            <a:headEnd type="triangle" w="sm" len="sm"/>
          </a:ln>
        </p:spPr>
      </p:cxnSp>
      <p:sp>
        <p:nvSpPr>
          <p:cNvPr id="22" name="Conexión saliente">
            <a:extLst xmlns:a="http://schemas.openxmlformats.org/drawingml/2006/main">
              <a:ext uri="{FF2B5EF4-FFF2-40B4-BE49-F238E27FC236}">
                <a16:creationId xmlns:a16="http://schemas.microsoft.com/office/drawing/2014/main" id="{BC404DF0-262F-4F66-B698-49BE8983A4AF}"/>
              </a:ext>
            </a:extLst>
          </p:cNvPr>
          <p:cNvSpPr>
            <a:spLocks xmlns:a="http://schemas.openxmlformats.org/drawingml/2006/main" noGrp="1"/>
          </p:cNvSpPr>
          <p:nvPr/>
        </p:nvSpPr>
        <p:spPr>
          <a:xfrm xmlns:a="http://schemas.openxmlformats.org/drawingml/2006/main">
            <a:off x="3362325" y="2743200"/>
            <a:ext cx="1504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Conexión saliente</a:t>
            </a:r>
          </a:p>
        </p:txBody>
      </p:sp>
      <p:sp>
        <p:nvSpPr>
          <p:cNvPr id="23" name="Trabajo y resultados">
            <a:extLst xmlns:a="http://schemas.openxmlformats.org/drawingml/2006/main">
              <a:ext uri="{FF2B5EF4-FFF2-40B4-BE49-F238E27FC236}">
                <a16:creationId xmlns:a16="http://schemas.microsoft.com/office/drawing/2014/main" id="{2F442BB7-A2FE-4D54-A5B8-CACE105780D1}"/>
              </a:ext>
            </a:extLst>
          </p:cNvPr>
          <p:cNvSpPr>
            <a:spLocks xmlns:a="http://schemas.openxmlformats.org/drawingml/2006/main" noGrp="1"/>
          </p:cNvSpPr>
          <p:nvPr/>
        </p:nvSpPr>
        <p:spPr>
          <a:xfrm xmlns:a="http://schemas.openxmlformats.org/drawingml/2006/main">
            <a:off x="3362325" y="3333750"/>
            <a:ext cx="1543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36569"/>
                </a:solidFill>
                <a:latin typeface="Inter"/>
                <a:ea typeface="Inter"/>
                <a:cs typeface="Inter"/>
              </a:defRPr>
            </a:defPPr>
            <a:lvl1pPr>
              <a:defRPr sz="1125" b="0">
                <a:solidFill>
                  <a:srgbClr val="636569"/>
                </a:solidFill>
                <a:latin typeface="Inter"/>
                <a:ea typeface="Inter"/>
                <a:cs typeface="Inter"/>
              </a:defRPr>
            </a:lvl1pPr>
            <a:lvl2pPr>
              <a:defRPr sz="1125" b="0">
                <a:solidFill>
                  <a:srgbClr val="636569"/>
                </a:solidFill>
                <a:latin typeface="Inter"/>
                <a:ea typeface="Inter"/>
                <a:cs typeface="Inter"/>
              </a:defRPr>
            </a:lvl2pPr>
            <a:lvl3pPr>
              <a:defRPr sz="1125" b="0">
                <a:solidFill>
                  <a:srgbClr val="636569"/>
                </a:solidFill>
                <a:latin typeface="Inter"/>
                <a:ea typeface="Inter"/>
                <a:cs typeface="Inter"/>
              </a:defRPr>
            </a:lvl3pPr>
            <a:lvl4pPr>
              <a:defRPr sz="1125" b="0">
                <a:solidFill>
                  <a:srgbClr val="636569"/>
                </a:solidFill>
                <a:latin typeface="Inter"/>
                <a:ea typeface="Inter"/>
                <a:cs typeface="Inter"/>
              </a:defRPr>
            </a:lvl4pPr>
            <a:lvl5pPr>
              <a:defRPr sz="1125" b="0">
                <a:solidFill>
                  <a:srgbClr val="636569"/>
                </a:solidFill>
                <a:latin typeface="Inter"/>
                <a:ea typeface="Inter"/>
                <a:cs typeface="Inter"/>
              </a:defRPr>
            </a:lvl5pPr>
            <a:lvl6pPr>
              <a:defRPr sz="1125" b="0">
                <a:solidFill>
                  <a:srgbClr val="636569"/>
                </a:solidFill>
                <a:latin typeface="Inter"/>
                <a:ea typeface="Inter"/>
                <a:cs typeface="Inter"/>
              </a:defRPr>
            </a:lvl6pPr>
            <a:lvl7pPr>
              <a:defRPr sz="1125" b="0">
                <a:solidFill>
                  <a:srgbClr val="636569"/>
                </a:solidFill>
                <a:latin typeface="Inter"/>
                <a:ea typeface="Inter"/>
                <a:cs typeface="Inter"/>
              </a:defRPr>
            </a:lvl7pPr>
            <a:lvl8pPr>
              <a:defRPr sz="1125" b="0">
                <a:solidFill>
                  <a:srgbClr val="636569"/>
                </a:solidFill>
                <a:latin typeface="Inter"/>
                <a:ea typeface="Inter"/>
                <a:cs typeface="Inter"/>
              </a:defRPr>
            </a:lvl8pPr>
            <a:lvl9pPr>
              <a:defRPr sz="1125" b="0">
                <a:solidFill>
                  <a:srgbClr val="636569"/>
                </a:solidFill>
                <a:latin typeface="Inter"/>
                <a:ea typeface="Inter"/>
                <a:cs typeface="Inter"/>
              </a:defRPr>
            </a:lvl9pPr>
          </a:lstStyle>
          <a:p xmlns:a="http://schemas.openxmlformats.org/drawingml/2006/main">
            <a:pPr>
              <a:defRPr sz="1125" b="0">
                <a:solidFill>
                  <a:srgbClr val="636569"/>
                </a:solidFill>
                <a:latin typeface="Inter"/>
                <a:ea typeface="Inter"/>
                <a:cs typeface="Inter"/>
              </a:defRPr>
            </a:pPr>
            <a:r>
              <a:rPr sz="1125" b="0">
                <a:solidFill>
                  <a:srgbClr val="636569"/>
                </a:solidFill>
                <a:latin typeface="Inter"/>
                <a:ea typeface="Inter"/>
                <a:cs typeface="Inter"/>
              </a:rPr>
              <a:t>Trabajo y resultados</a:t>
            </a:r>
          </a:p>
        </p:txBody>
      </p:sp>
      <p:cxnSp>
        <p:nvCxnSpPr>
          <p:cNvPr id="24" name="">
            <a:extLst xmlns:a="http://schemas.openxmlformats.org/drawingml/2006/main">
              <a:ext uri="{FF2B5EF4-FFF2-40B4-BE49-F238E27FC236}">
                <a16:creationId xmlns:a16="http://schemas.microsoft.com/office/drawing/2014/main" id="{E142204B-9EFB-4D18-A638-A263732C0307}"/>
              </a:ext>
            </a:extLst>
          </p:cNvPr>
          <p:cNvCxnSpPr/>
          <p:nvPr/>
        </p:nvCxnSpPr>
        <p:spPr>
          <a:xfrm xmlns:a="http://schemas.openxmlformats.org/drawingml/2006/main">
            <a:off x="8362950" y="3209925"/>
            <a:ext cx="12573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25" name="Interfaz a validar">
            <a:extLst xmlns:a="http://schemas.openxmlformats.org/drawingml/2006/main">
              <a:ext uri="{FF2B5EF4-FFF2-40B4-BE49-F238E27FC236}">
                <a16:creationId xmlns:a16="http://schemas.microsoft.com/office/drawing/2014/main" id="{AB73EAA9-4197-4942-AD95-56BD47832B61}"/>
              </a:ext>
            </a:extLst>
          </p:cNvPr>
          <p:cNvSpPr>
            <a:spLocks xmlns:a="http://schemas.openxmlformats.org/drawingml/2006/main" noGrp="1"/>
          </p:cNvSpPr>
          <p:nvPr/>
        </p:nvSpPr>
        <p:spPr>
          <a:xfrm xmlns:a="http://schemas.openxmlformats.org/drawingml/2006/main">
            <a:off x="8458200" y="282892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Interfaz a validar</a:t>
            </a:r>
          </a:p>
        </p:txBody>
      </p:sp>
      <p:sp>
        <p:nvSpPr>
          <p:cNvPr id="26" name="">
            <a:extLst xmlns:a="http://schemas.openxmlformats.org/drawingml/2006/main">
              <a:ext uri="{FF2B5EF4-FFF2-40B4-BE49-F238E27FC236}">
                <a16:creationId xmlns:a16="http://schemas.microsoft.com/office/drawing/2014/main" id="{9D464FCC-BC8F-48CB-9743-B10443491C03}"/>
              </a:ext>
            </a:extLst>
          </p:cNvPr>
          <p:cNvSpPr>
            <a:spLocks xmlns:a="http://schemas.openxmlformats.org/drawingml/2006/main" noGrp="1"/>
          </p:cNvSpPr>
          <p:nvPr/>
        </p:nvSpPr>
        <p:spPr>
          <a:xfrm xmlns:a="http://schemas.openxmlformats.org/drawingml/2006/main">
            <a:off x="4953000" y="3695700"/>
            <a:ext cx="3409950" cy="9810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E048339-16C6-4489-8051-1CAF3EF9AEEA}"/>
              </a:ext>
            </a:extLst>
          </p:cNvPr>
          <p:cNvSpPr>
            <a:spLocks xmlns:a="http://schemas.openxmlformats.org/drawingml/2006/main" noGrp="1"/>
          </p:cNvSpPr>
          <p:nvPr/>
        </p:nvSpPr>
        <p:spPr>
          <a:xfrm xmlns:a="http://schemas.openxmlformats.org/drawingml/2006/main">
            <a:off x="4953000" y="3695700"/>
            <a:ext cx="340995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8" name="PE / erp-worker + ACL">
            <a:extLst xmlns:a="http://schemas.openxmlformats.org/drawingml/2006/main">
              <a:ext uri="{FF2B5EF4-FFF2-40B4-BE49-F238E27FC236}">
                <a16:creationId xmlns:a16="http://schemas.microsoft.com/office/drawing/2014/main" id="{3E325AAF-9F9A-4E9F-9CF2-B45B872AB33F}"/>
              </a:ext>
            </a:extLst>
          </p:cNvPr>
          <p:cNvSpPr>
            <a:spLocks xmlns:a="http://schemas.openxmlformats.org/drawingml/2006/main" noGrp="1"/>
          </p:cNvSpPr>
          <p:nvPr/>
        </p:nvSpPr>
        <p:spPr>
          <a:xfrm xmlns:a="http://schemas.openxmlformats.org/drawingml/2006/main">
            <a:off x="5086350" y="37623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PE / erp-worker + ACL</a:t>
            </a:r>
          </a:p>
        </p:txBody>
      </p:sp>
      <p:sp>
        <p:nvSpPr>
          <p:cNvPr id="29" name="Traducción al sistema custom&#10;Interfaz por confirma">
            <a:extLst xmlns:a="http://schemas.openxmlformats.org/drawingml/2006/main">
              <a:ext uri="{FF2B5EF4-FFF2-40B4-BE49-F238E27FC236}">
                <a16:creationId xmlns:a16="http://schemas.microsoft.com/office/drawing/2014/main" id="{198A7A7F-973D-4051-992F-2C3DCD2EFDF5}"/>
              </a:ext>
            </a:extLst>
          </p:cNvPr>
          <p:cNvSpPr>
            <a:spLocks xmlns:a="http://schemas.openxmlformats.org/drawingml/2006/main" noGrp="1"/>
          </p:cNvSpPr>
          <p:nvPr/>
        </p:nvSpPr>
        <p:spPr>
          <a:xfrm xmlns:a="http://schemas.openxmlformats.org/drawingml/2006/main">
            <a:off x="5086350" y="42100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Traducción al sistema custom</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Interfaz por confirmar</a:t>
            </a:r>
          </a:p>
        </p:txBody>
      </p:sp>
      <p:sp>
        <p:nvSpPr>
          <p:cNvPr id="30" name="">
            <a:extLst xmlns:a="http://schemas.openxmlformats.org/drawingml/2006/main">
              <a:ext uri="{FF2B5EF4-FFF2-40B4-BE49-F238E27FC236}">
                <a16:creationId xmlns:a16="http://schemas.microsoft.com/office/drawing/2014/main" id="{12A88ED2-C1F4-49D1-A39D-4475E2682381}"/>
              </a:ext>
            </a:extLst>
          </p:cNvPr>
          <p:cNvSpPr>
            <a:spLocks xmlns:a="http://schemas.openxmlformats.org/drawingml/2006/main" noGrp="1"/>
          </p:cNvSpPr>
          <p:nvPr/>
        </p:nvSpPr>
        <p:spPr>
          <a:xfrm xmlns:a="http://schemas.openxmlformats.org/drawingml/2006/main">
            <a:off x="9620250" y="3695700"/>
            <a:ext cx="1962150" cy="9810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89552B5-F7CE-428B-8E91-323D84F2A4AE}"/>
              </a:ext>
            </a:extLst>
          </p:cNvPr>
          <p:cNvSpPr>
            <a:spLocks xmlns:a="http://schemas.openxmlformats.org/drawingml/2006/main" noGrp="1"/>
          </p:cNvSpPr>
          <p:nvPr/>
        </p:nvSpPr>
        <p:spPr>
          <a:xfrm xmlns:a="http://schemas.openxmlformats.org/drawingml/2006/main">
            <a:off x="9620250" y="3695700"/>
            <a:ext cx="196215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2" name="ERP custom">
            <a:extLst xmlns:a="http://schemas.openxmlformats.org/drawingml/2006/main">
              <a:ext uri="{FF2B5EF4-FFF2-40B4-BE49-F238E27FC236}">
                <a16:creationId xmlns:a16="http://schemas.microsoft.com/office/drawing/2014/main" id="{59111BDA-05DD-41F8-B352-97BB2564571F}"/>
              </a:ext>
            </a:extLst>
          </p:cNvPr>
          <p:cNvSpPr>
            <a:spLocks xmlns:a="http://schemas.openxmlformats.org/drawingml/2006/main" noGrp="1"/>
          </p:cNvSpPr>
          <p:nvPr/>
        </p:nvSpPr>
        <p:spPr>
          <a:xfrm xmlns:a="http://schemas.openxmlformats.org/drawingml/2006/main">
            <a:off x="9753600" y="3762375"/>
            <a:ext cx="169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ERP custom</a:t>
            </a:r>
          </a:p>
        </p:txBody>
      </p:sp>
      <p:sp>
        <p:nvSpPr>
          <p:cNvPr id="33" name="Entorno por confirmar">
            <a:extLst xmlns:a="http://schemas.openxmlformats.org/drawingml/2006/main">
              <a:ext uri="{FF2B5EF4-FFF2-40B4-BE49-F238E27FC236}">
                <a16:creationId xmlns:a16="http://schemas.microsoft.com/office/drawing/2014/main" id="{51270779-B4B8-4E4C-AFB3-9715246CD75A}"/>
              </a:ext>
            </a:extLst>
          </p:cNvPr>
          <p:cNvSpPr>
            <a:spLocks xmlns:a="http://schemas.openxmlformats.org/drawingml/2006/main" noGrp="1"/>
          </p:cNvSpPr>
          <p:nvPr/>
        </p:nvSpPr>
        <p:spPr>
          <a:xfrm xmlns:a="http://schemas.openxmlformats.org/drawingml/2006/main">
            <a:off x="9753600" y="421005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Entorno por confirmar</a:t>
            </a:r>
          </a:p>
        </p:txBody>
      </p:sp>
      <p:cxnSp>
        <p:nvCxnSpPr>
          <p:cNvPr id="34" name="">
            <a:extLst xmlns:a="http://schemas.openxmlformats.org/drawingml/2006/main">
              <a:ext uri="{FF2B5EF4-FFF2-40B4-BE49-F238E27FC236}">
                <a16:creationId xmlns:a16="http://schemas.microsoft.com/office/drawing/2014/main" id="{A1B9E493-DAE6-46DF-8DE9-A63B9E77EA62}"/>
              </a:ext>
            </a:extLst>
          </p:cNvPr>
          <p:cNvCxnSpPr/>
          <p:nvPr/>
        </p:nvCxnSpPr>
        <p:spPr>
          <a:xfrm xmlns:a="http://schemas.openxmlformats.org/drawingml/2006/main">
            <a:off x="3257550" y="4295775"/>
            <a:ext cx="1695450" cy="0"/>
          </a:xfrm>
          <a:prstGeom xmlns:a="http://schemas.openxmlformats.org/drawingml/2006/main" prst="straightConnector1">
            <a:avLst/>
          </a:prstGeom>
          <a:ln xmlns:a="http://schemas.openxmlformats.org/drawingml/2006/main" w="19050">
            <a:solidFill>
              <a:srgbClr val="00937F"/>
            </a:solidFill>
            <a:headEnd type="triangle" w="sm" len="sm"/>
          </a:ln>
        </p:spPr>
      </p:cxnSp>
      <p:sp>
        <p:nvSpPr>
          <p:cNvPr id="35" name="Conexión saliente">
            <a:extLst xmlns:a="http://schemas.openxmlformats.org/drawingml/2006/main">
              <a:ext uri="{FF2B5EF4-FFF2-40B4-BE49-F238E27FC236}">
                <a16:creationId xmlns:a16="http://schemas.microsoft.com/office/drawing/2014/main" id="{1A14145A-C212-4873-B077-518518D742B1}"/>
              </a:ext>
            </a:extLst>
          </p:cNvPr>
          <p:cNvSpPr>
            <a:spLocks xmlns:a="http://schemas.openxmlformats.org/drawingml/2006/main" noGrp="1"/>
          </p:cNvSpPr>
          <p:nvPr/>
        </p:nvSpPr>
        <p:spPr>
          <a:xfrm xmlns:a="http://schemas.openxmlformats.org/drawingml/2006/main">
            <a:off x="3362325" y="3829050"/>
            <a:ext cx="1504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Conexión saliente</a:t>
            </a:r>
          </a:p>
        </p:txBody>
      </p:sp>
      <p:sp>
        <p:nvSpPr>
          <p:cNvPr id="36" name="Trabajo y resultados">
            <a:extLst xmlns:a="http://schemas.openxmlformats.org/drawingml/2006/main">
              <a:ext uri="{FF2B5EF4-FFF2-40B4-BE49-F238E27FC236}">
                <a16:creationId xmlns:a16="http://schemas.microsoft.com/office/drawing/2014/main" id="{6245CEAF-87A9-4AA4-B7A8-393E6D6C3B9F}"/>
              </a:ext>
            </a:extLst>
          </p:cNvPr>
          <p:cNvSpPr>
            <a:spLocks xmlns:a="http://schemas.openxmlformats.org/drawingml/2006/main" noGrp="1"/>
          </p:cNvSpPr>
          <p:nvPr/>
        </p:nvSpPr>
        <p:spPr>
          <a:xfrm xmlns:a="http://schemas.openxmlformats.org/drawingml/2006/main">
            <a:off x="3362325" y="4419600"/>
            <a:ext cx="1543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36569"/>
                </a:solidFill>
                <a:latin typeface="Inter"/>
                <a:ea typeface="Inter"/>
                <a:cs typeface="Inter"/>
              </a:defRPr>
            </a:defPPr>
            <a:lvl1pPr>
              <a:defRPr sz="1125" b="0">
                <a:solidFill>
                  <a:srgbClr val="636569"/>
                </a:solidFill>
                <a:latin typeface="Inter"/>
                <a:ea typeface="Inter"/>
                <a:cs typeface="Inter"/>
              </a:defRPr>
            </a:lvl1pPr>
            <a:lvl2pPr>
              <a:defRPr sz="1125" b="0">
                <a:solidFill>
                  <a:srgbClr val="636569"/>
                </a:solidFill>
                <a:latin typeface="Inter"/>
                <a:ea typeface="Inter"/>
                <a:cs typeface="Inter"/>
              </a:defRPr>
            </a:lvl2pPr>
            <a:lvl3pPr>
              <a:defRPr sz="1125" b="0">
                <a:solidFill>
                  <a:srgbClr val="636569"/>
                </a:solidFill>
                <a:latin typeface="Inter"/>
                <a:ea typeface="Inter"/>
                <a:cs typeface="Inter"/>
              </a:defRPr>
            </a:lvl3pPr>
            <a:lvl4pPr>
              <a:defRPr sz="1125" b="0">
                <a:solidFill>
                  <a:srgbClr val="636569"/>
                </a:solidFill>
                <a:latin typeface="Inter"/>
                <a:ea typeface="Inter"/>
                <a:cs typeface="Inter"/>
              </a:defRPr>
            </a:lvl4pPr>
            <a:lvl5pPr>
              <a:defRPr sz="1125" b="0">
                <a:solidFill>
                  <a:srgbClr val="636569"/>
                </a:solidFill>
                <a:latin typeface="Inter"/>
                <a:ea typeface="Inter"/>
                <a:cs typeface="Inter"/>
              </a:defRPr>
            </a:lvl5pPr>
            <a:lvl6pPr>
              <a:defRPr sz="1125" b="0">
                <a:solidFill>
                  <a:srgbClr val="636569"/>
                </a:solidFill>
                <a:latin typeface="Inter"/>
                <a:ea typeface="Inter"/>
                <a:cs typeface="Inter"/>
              </a:defRPr>
            </a:lvl6pPr>
            <a:lvl7pPr>
              <a:defRPr sz="1125" b="0">
                <a:solidFill>
                  <a:srgbClr val="636569"/>
                </a:solidFill>
                <a:latin typeface="Inter"/>
                <a:ea typeface="Inter"/>
                <a:cs typeface="Inter"/>
              </a:defRPr>
            </a:lvl7pPr>
            <a:lvl8pPr>
              <a:defRPr sz="1125" b="0">
                <a:solidFill>
                  <a:srgbClr val="636569"/>
                </a:solidFill>
                <a:latin typeface="Inter"/>
                <a:ea typeface="Inter"/>
                <a:cs typeface="Inter"/>
              </a:defRPr>
            </a:lvl8pPr>
            <a:lvl9pPr>
              <a:defRPr sz="1125" b="0">
                <a:solidFill>
                  <a:srgbClr val="636569"/>
                </a:solidFill>
                <a:latin typeface="Inter"/>
                <a:ea typeface="Inter"/>
                <a:cs typeface="Inter"/>
              </a:defRPr>
            </a:lvl9pPr>
          </a:lstStyle>
          <a:p xmlns:a="http://schemas.openxmlformats.org/drawingml/2006/main">
            <a:pPr>
              <a:defRPr sz="1125" b="0">
                <a:solidFill>
                  <a:srgbClr val="636569"/>
                </a:solidFill>
                <a:latin typeface="Inter"/>
                <a:ea typeface="Inter"/>
                <a:cs typeface="Inter"/>
              </a:defRPr>
            </a:pPr>
            <a:r>
              <a:rPr sz="1125" b="0">
                <a:solidFill>
                  <a:srgbClr val="636569"/>
                </a:solidFill>
                <a:latin typeface="Inter"/>
                <a:ea typeface="Inter"/>
                <a:cs typeface="Inter"/>
              </a:rPr>
              <a:t>Trabajo y resultados</a:t>
            </a:r>
          </a:p>
        </p:txBody>
      </p:sp>
      <p:cxnSp>
        <p:nvCxnSpPr>
          <p:cNvPr id="37" name="">
            <a:extLst xmlns:a="http://schemas.openxmlformats.org/drawingml/2006/main">
              <a:ext uri="{FF2B5EF4-FFF2-40B4-BE49-F238E27FC236}">
                <a16:creationId xmlns:a16="http://schemas.microsoft.com/office/drawing/2014/main" id="{B7726E96-2F50-4F15-BDF5-8E1F85D0DC9C}"/>
              </a:ext>
            </a:extLst>
          </p:cNvPr>
          <p:cNvCxnSpPr/>
          <p:nvPr/>
        </p:nvCxnSpPr>
        <p:spPr>
          <a:xfrm xmlns:a="http://schemas.openxmlformats.org/drawingml/2006/main">
            <a:off x="8362950" y="4295775"/>
            <a:ext cx="12573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38" name="Interfaz a validar">
            <a:extLst xmlns:a="http://schemas.openxmlformats.org/drawingml/2006/main">
              <a:ext uri="{FF2B5EF4-FFF2-40B4-BE49-F238E27FC236}">
                <a16:creationId xmlns:a16="http://schemas.microsoft.com/office/drawing/2014/main" id="{BEAAB3F7-364D-420C-91DC-2FFF1C3C4B0C}"/>
              </a:ext>
            </a:extLst>
          </p:cNvPr>
          <p:cNvSpPr>
            <a:spLocks xmlns:a="http://schemas.openxmlformats.org/drawingml/2006/main" noGrp="1"/>
          </p:cNvSpPr>
          <p:nvPr/>
        </p:nvSpPr>
        <p:spPr>
          <a:xfrm xmlns:a="http://schemas.openxmlformats.org/drawingml/2006/main">
            <a:off x="8458200" y="39147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Interfaz a validar</a:t>
            </a:r>
          </a:p>
        </p:txBody>
      </p:sp>
      <p:sp>
        <p:nvSpPr>
          <p:cNvPr id="39" name="">
            <a:extLst xmlns:a="http://schemas.openxmlformats.org/drawingml/2006/main">
              <a:ext uri="{FF2B5EF4-FFF2-40B4-BE49-F238E27FC236}">
                <a16:creationId xmlns:a16="http://schemas.microsoft.com/office/drawing/2014/main" id="{B42298C9-A665-44C6-BD65-AC8543FB717B}"/>
              </a:ext>
            </a:extLst>
          </p:cNvPr>
          <p:cNvSpPr>
            <a:spLocks xmlns:a="http://schemas.openxmlformats.org/drawingml/2006/main" noGrp="1"/>
          </p:cNvSpPr>
          <p:nvPr/>
        </p:nvSpPr>
        <p:spPr>
          <a:xfrm xmlns:a="http://schemas.openxmlformats.org/drawingml/2006/main">
            <a:off x="4953000" y="4781550"/>
            <a:ext cx="3409950" cy="9810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53747B3-28B8-4E2A-A8E1-45EDC6442F3D}"/>
              </a:ext>
            </a:extLst>
          </p:cNvPr>
          <p:cNvSpPr>
            <a:spLocks xmlns:a="http://schemas.openxmlformats.org/drawingml/2006/main" noGrp="1"/>
          </p:cNvSpPr>
          <p:nvPr/>
        </p:nvSpPr>
        <p:spPr>
          <a:xfrm xmlns:a="http://schemas.openxmlformats.org/drawingml/2006/main">
            <a:off x="4953000" y="4781550"/>
            <a:ext cx="340995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41" name="ES / erp-worker + ACL">
            <a:extLst xmlns:a="http://schemas.openxmlformats.org/drawingml/2006/main">
              <a:ext uri="{FF2B5EF4-FFF2-40B4-BE49-F238E27FC236}">
                <a16:creationId xmlns:a16="http://schemas.microsoft.com/office/drawing/2014/main" id="{7436A5B7-AF31-4129-A38C-BB42CE54BBBA}"/>
              </a:ext>
            </a:extLst>
          </p:cNvPr>
          <p:cNvSpPr>
            <a:spLocks xmlns:a="http://schemas.openxmlformats.org/drawingml/2006/main" noGrp="1"/>
          </p:cNvSpPr>
          <p:nvPr/>
        </p:nvSpPr>
        <p:spPr>
          <a:xfrm xmlns:a="http://schemas.openxmlformats.org/drawingml/2006/main">
            <a:off x="5086350" y="48482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ES / erp-worker + ACL</a:t>
            </a:r>
          </a:p>
        </p:txBody>
      </p:sp>
      <p:sp>
        <p:nvSpPr>
          <p:cNvPr id="42" name="Traducción al modelo Gira&#10;Interfaz por confirmar">
            <a:extLst xmlns:a="http://schemas.openxmlformats.org/drawingml/2006/main">
              <a:ext uri="{FF2B5EF4-FFF2-40B4-BE49-F238E27FC236}">
                <a16:creationId xmlns:a16="http://schemas.microsoft.com/office/drawing/2014/main" id="{94AFD4D8-9BFF-4BFE-9A94-D943CD2D4D56}"/>
              </a:ext>
            </a:extLst>
          </p:cNvPr>
          <p:cNvSpPr>
            <a:spLocks xmlns:a="http://schemas.openxmlformats.org/drawingml/2006/main" noGrp="1"/>
          </p:cNvSpPr>
          <p:nvPr/>
        </p:nvSpPr>
        <p:spPr>
          <a:xfrm xmlns:a="http://schemas.openxmlformats.org/drawingml/2006/main">
            <a:off x="5086350" y="52959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Traducción al modelo Gira</a:t>
            </a:r>
          </a:p>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Interfaz por confirmar</a:t>
            </a:r>
          </a:p>
        </p:txBody>
      </p:sp>
      <p:sp>
        <p:nvSpPr>
          <p:cNvPr id="43" name="">
            <a:extLst xmlns:a="http://schemas.openxmlformats.org/drawingml/2006/main">
              <a:ext uri="{FF2B5EF4-FFF2-40B4-BE49-F238E27FC236}">
                <a16:creationId xmlns:a16="http://schemas.microsoft.com/office/drawing/2014/main" id="{789CBC62-F957-4FDF-8819-6D9F4FE5CB75}"/>
              </a:ext>
            </a:extLst>
          </p:cNvPr>
          <p:cNvSpPr>
            <a:spLocks xmlns:a="http://schemas.openxmlformats.org/drawingml/2006/main" noGrp="1"/>
          </p:cNvSpPr>
          <p:nvPr/>
        </p:nvSpPr>
        <p:spPr>
          <a:xfrm xmlns:a="http://schemas.openxmlformats.org/drawingml/2006/main">
            <a:off x="9620250" y="4781550"/>
            <a:ext cx="1962150" cy="9810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4A9EB1D-89BB-43F1-A9BC-47D5A1D9D597}"/>
              </a:ext>
            </a:extLst>
          </p:cNvPr>
          <p:cNvSpPr>
            <a:spLocks xmlns:a="http://schemas.openxmlformats.org/drawingml/2006/main" noGrp="1"/>
          </p:cNvSpPr>
          <p:nvPr/>
        </p:nvSpPr>
        <p:spPr>
          <a:xfrm xmlns:a="http://schemas.openxmlformats.org/drawingml/2006/main">
            <a:off x="9620250" y="4781550"/>
            <a:ext cx="196215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45" name="Gira">
            <a:extLst xmlns:a="http://schemas.openxmlformats.org/drawingml/2006/main">
              <a:ext uri="{FF2B5EF4-FFF2-40B4-BE49-F238E27FC236}">
                <a16:creationId xmlns:a16="http://schemas.microsoft.com/office/drawing/2014/main" id="{D443DEBF-C1B5-4246-8090-7BF846A242E0}"/>
              </a:ext>
            </a:extLst>
          </p:cNvPr>
          <p:cNvSpPr>
            <a:spLocks xmlns:a="http://schemas.openxmlformats.org/drawingml/2006/main" noGrp="1"/>
          </p:cNvSpPr>
          <p:nvPr/>
        </p:nvSpPr>
        <p:spPr>
          <a:xfrm xmlns:a="http://schemas.openxmlformats.org/drawingml/2006/main">
            <a:off x="9753600" y="4848225"/>
            <a:ext cx="169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Gira</a:t>
            </a:r>
          </a:p>
        </p:txBody>
      </p:sp>
      <p:sp>
        <p:nvSpPr>
          <p:cNvPr id="46" name="Entorno por confirmar">
            <a:extLst xmlns:a="http://schemas.openxmlformats.org/drawingml/2006/main">
              <a:ext uri="{FF2B5EF4-FFF2-40B4-BE49-F238E27FC236}">
                <a16:creationId xmlns:a16="http://schemas.microsoft.com/office/drawing/2014/main" id="{5F8D3556-1187-4F07-B0D3-E074AB2224A8}"/>
              </a:ext>
            </a:extLst>
          </p:cNvPr>
          <p:cNvSpPr>
            <a:spLocks xmlns:a="http://schemas.openxmlformats.org/drawingml/2006/main" noGrp="1"/>
          </p:cNvSpPr>
          <p:nvPr/>
        </p:nvSpPr>
        <p:spPr>
          <a:xfrm xmlns:a="http://schemas.openxmlformats.org/drawingml/2006/main">
            <a:off x="9753600" y="52959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Entorno por confirmar</a:t>
            </a:r>
          </a:p>
        </p:txBody>
      </p:sp>
      <p:cxnSp>
        <p:nvCxnSpPr>
          <p:cNvPr id="47" name="">
            <a:extLst xmlns:a="http://schemas.openxmlformats.org/drawingml/2006/main">
              <a:ext uri="{FF2B5EF4-FFF2-40B4-BE49-F238E27FC236}">
                <a16:creationId xmlns:a16="http://schemas.microsoft.com/office/drawing/2014/main" id="{EFB5C2E5-7645-4303-AF82-AE07C2F9AF9A}"/>
              </a:ext>
            </a:extLst>
          </p:cNvPr>
          <p:cNvCxnSpPr/>
          <p:nvPr/>
        </p:nvCxnSpPr>
        <p:spPr>
          <a:xfrm xmlns:a="http://schemas.openxmlformats.org/drawingml/2006/main">
            <a:off x="3257550" y="5381625"/>
            <a:ext cx="1695450" cy="0"/>
          </a:xfrm>
          <a:prstGeom xmlns:a="http://schemas.openxmlformats.org/drawingml/2006/main" prst="straightConnector1">
            <a:avLst/>
          </a:prstGeom>
          <a:ln xmlns:a="http://schemas.openxmlformats.org/drawingml/2006/main" w="19050">
            <a:solidFill>
              <a:srgbClr val="00937F"/>
            </a:solidFill>
            <a:headEnd type="triangle" w="sm" len="sm"/>
          </a:ln>
        </p:spPr>
      </p:cxnSp>
      <p:sp>
        <p:nvSpPr>
          <p:cNvPr id="48" name="Conexión saliente">
            <a:extLst xmlns:a="http://schemas.openxmlformats.org/drawingml/2006/main">
              <a:ext uri="{FF2B5EF4-FFF2-40B4-BE49-F238E27FC236}">
                <a16:creationId xmlns:a16="http://schemas.microsoft.com/office/drawing/2014/main" id="{99680B05-248C-46F9-8BFD-1321987C17E4}"/>
              </a:ext>
            </a:extLst>
          </p:cNvPr>
          <p:cNvSpPr>
            <a:spLocks xmlns:a="http://schemas.openxmlformats.org/drawingml/2006/main" noGrp="1"/>
          </p:cNvSpPr>
          <p:nvPr/>
        </p:nvSpPr>
        <p:spPr>
          <a:xfrm xmlns:a="http://schemas.openxmlformats.org/drawingml/2006/main">
            <a:off x="3362325" y="4914900"/>
            <a:ext cx="1504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Conexión saliente</a:t>
            </a:r>
          </a:p>
        </p:txBody>
      </p:sp>
      <p:sp>
        <p:nvSpPr>
          <p:cNvPr id="49" name="Trabajo y resultados">
            <a:extLst xmlns:a="http://schemas.openxmlformats.org/drawingml/2006/main">
              <a:ext uri="{FF2B5EF4-FFF2-40B4-BE49-F238E27FC236}">
                <a16:creationId xmlns:a16="http://schemas.microsoft.com/office/drawing/2014/main" id="{2B7694C1-4E87-4259-A3CD-A85463538BA5}"/>
              </a:ext>
            </a:extLst>
          </p:cNvPr>
          <p:cNvSpPr>
            <a:spLocks xmlns:a="http://schemas.openxmlformats.org/drawingml/2006/main" noGrp="1"/>
          </p:cNvSpPr>
          <p:nvPr/>
        </p:nvSpPr>
        <p:spPr>
          <a:xfrm xmlns:a="http://schemas.openxmlformats.org/drawingml/2006/main">
            <a:off x="3362325" y="5505450"/>
            <a:ext cx="1543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36569"/>
                </a:solidFill>
                <a:latin typeface="Inter"/>
                <a:ea typeface="Inter"/>
                <a:cs typeface="Inter"/>
              </a:defRPr>
            </a:defPPr>
            <a:lvl1pPr>
              <a:defRPr sz="1125" b="0">
                <a:solidFill>
                  <a:srgbClr val="636569"/>
                </a:solidFill>
                <a:latin typeface="Inter"/>
                <a:ea typeface="Inter"/>
                <a:cs typeface="Inter"/>
              </a:defRPr>
            </a:lvl1pPr>
            <a:lvl2pPr>
              <a:defRPr sz="1125" b="0">
                <a:solidFill>
                  <a:srgbClr val="636569"/>
                </a:solidFill>
                <a:latin typeface="Inter"/>
                <a:ea typeface="Inter"/>
                <a:cs typeface="Inter"/>
              </a:defRPr>
            </a:lvl2pPr>
            <a:lvl3pPr>
              <a:defRPr sz="1125" b="0">
                <a:solidFill>
                  <a:srgbClr val="636569"/>
                </a:solidFill>
                <a:latin typeface="Inter"/>
                <a:ea typeface="Inter"/>
                <a:cs typeface="Inter"/>
              </a:defRPr>
            </a:lvl3pPr>
            <a:lvl4pPr>
              <a:defRPr sz="1125" b="0">
                <a:solidFill>
                  <a:srgbClr val="636569"/>
                </a:solidFill>
                <a:latin typeface="Inter"/>
                <a:ea typeface="Inter"/>
                <a:cs typeface="Inter"/>
              </a:defRPr>
            </a:lvl4pPr>
            <a:lvl5pPr>
              <a:defRPr sz="1125" b="0">
                <a:solidFill>
                  <a:srgbClr val="636569"/>
                </a:solidFill>
                <a:latin typeface="Inter"/>
                <a:ea typeface="Inter"/>
                <a:cs typeface="Inter"/>
              </a:defRPr>
            </a:lvl5pPr>
            <a:lvl6pPr>
              <a:defRPr sz="1125" b="0">
                <a:solidFill>
                  <a:srgbClr val="636569"/>
                </a:solidFill>
                <a:latin typeface="Inter"/>
                <a:ea typeface="Inter"/>
                <a:cs typeface="Inter"/>
              </a:defRPr>
            </a:lvl6pPr>
            <a:lvl7pPr>
              <a:defRPr sz="1125" b="0">
                <a:solidFill>
                  <a:srgbClr val="636569"/>
                </a:solidFill>
                <a:latin typeface="Inter"/>
                <a:ea typeface="Inter"/>
                <a:cs typeface="Inter"/>
              </a:defRPr>
            </a:lvl7pPr>
            <a:lvl8pPr>
              <a:defRPr sz="1125" b="0">
                <a:solidFill>
                  <a:srgbClr val="636569"/>
                </a:solidFill>
                <a:latin typeface="Inter"/>
                <a:ea typeface="Inter"/>
                <a:cs typeface="Inter"/>
              </a:defRPr>
            </a:lvl8pPr>
            <a:lvl9pPr>
              <a:defRPr sz="1125" b="0">
                <a:solidFill>
                  <a:srgbClr val="636569"/>
                </a:solidFill>
                <a:latin typeface="Inter"/>
                <a:ea typeface="Inter"/>
                <a:cs typeface="Inter"/>
              </a:defRPr>
            </a:lvl9pPr>
          </a:lstStyle>
          <a:p xmlns:a="http://schemas.openxmlformats.org/drawingml/2006/main">
            <a:pPr>
              <a:defRPr sz="1125" b="0">
                <a:solidFill>
                  <a:srgbClr val="636569"/>
                </a:solidFill>
                <a:latin typeface="Inter"/>
                <a:ea typeface="Inter"/>
                <a:cs typeface="Inter"/>
              </a:defRPr>
            </a:pPr>
            <a:r>
              <a:rPr sz="1125" b="0">
                <a:solidFill>
                  <a:srgbClr val="636569"/>
                </a:solidFill>
                <a:latin typeface="Inter"/>
                <a:ea typeface="Inter"/>
                <a:cs typeface="Inter"/>
              </a:rPr>
              <a:t>Trabajo y resultados</a:t>
            </a:r>
          </a:p>
        </p:txBody>
      </p:sp>
      <p:cxnSp>
        <p:nvCxnSpPr>
          <p:cNvPr id="50" name="">
            <a:extLst xmlns:a="http://schemas.openxmlformats.org/drawingml/2006/main">
              <a:ext uri="{FF2B5EF4-FFF2-40B4-BE49-F238E27FC236}">
                <a16:creationId xmlns:a16="http://schemas.microsoft.com/office/drawing/2014/main" id="{708D7D36-D060-4B12-BF25-3CE5C245197A}"/>
              </a:ext>
            </a:extLst>
          </p:cNvPr>
          <p:cNvCxnSpPr/>
          <p:nvPr/>
        </p:nvCxnSpPr>
        <p:spPr>
          <a:xfrm xmlns:a="http://schemas.openxmlformats.org/drawingml/2006/main">
            <a:off x="8362950" y="5381625"/>
            <a:ext cx="12573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51" name="Interfaz a validar">
            <a:extLst xmlns:a="http://schemas.openxmlformats.org/drawingml/2006/main">
              <a:ext uri="{FF2B5EF4-FFF2-40B4-BE49-F238E27FC236}">
                <a16:creationId xmlns:a16="http://schemas.microsoft.com/office/drawing/2014/main" id="{C32777BF-1018-4F9C-91FC-C4047B61E105}"/>
              </a:ext>
            </a:extLst>
          </p:cNvPr>
          <p:cNvSpPr>
            <a:spLocks xmlns:a="http://schemas.openxmlformats.org/drawingml/2006/main" noGrp="1"/>
          </p:cNvSpPr>
          <p:nvPr/>
        </p:nvSpPr>
        <p:spPr>
          <a:xfrm xmlns:a="http://schemas.openxmlformats.org/drawingml/2006/main">
            <a:off x="8458200" y="500062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Interfaz a validar</a:t>
            </a:r>
          </a:p>
        </p:txBody>
      </p:sp>
      <p:sp>
        <p:nvSpPr>
          <p:cNvPr id="52" name="">
            <a:extLst xmlns:a="http://schemas.openxmlformats.org/drawingml/2006/main">
              <a:ext uri="{FF2B5EF4-FFF2-40B4-BE49-F238E27FC236}">
                <a16:creationId xmlns:a16="http://schemas.microsoft.com/office/drawing/2014/main" id="{BF2405CD-2EA1-40AE-91C4-DEC44544D240}"/>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3" name="Instancia y configuración por país. El protocolo d">
            <a:extLst xmlns:a="http://schemas.openxmlformats.org/drawingml/2006/main">
              <a:ext uri="{FF2B5EF4-FFF2-40B4-BE49-F238E27FC236}">
                <a16:creationId xmlns:a16="http://schemas.microsoft.com/office/drawing/2014/main" id="{808BDC84-3B0C-42F8-BE69-E7F63908A668}"/>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Instancia y configuración por país. El protocolo depende del ERP; AOS y SQL de AX permanecen fuera de Internet.</a:t>
            </a:r>
          </a:p>
        </p:txBody>
      </p:sp>
    </p:spTree>
    <p:extLst>
      <p:ext uri="{BB962C8B-B14F-4D97-AF65-F5344CB8AC3E}">
        <p14:creationId xmlns:p14="http://schemas.microsoft.com/office/powerpoint/2010/main" val="9385666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F67EA9BD-F30D-4C74-93BE-173218AA98DC}"/>
              </a:ext>
            </a:extLst>
          </p:cNvPr>
          <p:cNvPicPr>
            <a:picLocks xmlns:a="http://schemas.openxmlformats.org/drawingml/2006/main" noChangeAspect="1"/>
          </p:cNvPicPr>
          <p:nvPr/>
        </p:nvPicPr>
        <p:blipFill>
          <a:blip xmlns:r="http://schemas.openxmlformats.org/officeDocument/2006/relationships" xmlns:a="http://schemas.openxmlformats.org/drawingml/2006/main" r:embed="R34ddc21f15e84697">
            <a:extLst>
              <a:ext uri="{96DAC541-7B7A-43D3-8B79-37D633B846F1}">
                <asvg:svgBlip xmlns:asvg="http://schemas.microsoft.com/office/drawing/2016/SVG/main" r:embed="R6496b93e69ef4b25"/>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COEXISTENCIA Y CAMBIO GRADUAL">
            <a:extLst xmlns:a="http://schemas.openxmlformats.org/drawingml/2006/main">
              <a:ext uri="{FF2B5EF4-FFF2-40B4-BE49-F238E27FC236}">
                <a16:creationId xmlns:a16="http://schemas.microsoft.com/office/drawing/2014/main" id="{B6702A9E-39D9-4056-BA3D-0B89A0775F7F}"/>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COEXISTENCIA Y CAMBIO GRADUAL</a:t>
            </a:r>
          </a:p>
        </p:txBody>
      </p:sp>
      <p:sp>
        <p:nvSpPr>
          <p:cNvPr id="3" name="Migración hacia un ERP común">
            <a:extLst xmlns:a="http://schemas.openxmlformats.org/drawingml/2006/main">
              <a:ext uri="{FF2B5EF4-FFF2-40B4-BE49-F238E27FC236}">
                <a16:creationId xmlns:a16="http://schemas.microsoft.com/office/drawing/2014/main" id="{5EFFD549-D259-4941-883B-8AE241543507}"/>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Migración hacia un ERP común</a:t>
            </a:r>
          </a:p>
        </p:txBody>
      </p:sp>
      <p:sp>
        <p:nvSpPr>
          <p:cNvPr id="4" name="">
            <a:extLst xmlns:a="http://schemas.openxmlformats.org/drawingml/2006/main">
              <a:ext uri="{FF2B5EF4-FFF2-40B4-BE49-F238E27FC236}">
                <a16:creationId xmlns:a16="http://schemas.microsoft.com/office/drawing/2014/main" id="{2037C62C-D01C-412D-9B37-C98905E48C71}"/>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89554BE0-6A7C-4ECB-854E-5DF9C2502BBE}"/>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10 / 16">
            <a:extLst xmlns:a="http://schemas.openxmlformats.org/drawingml/2006/main">
              <a:ext uri="{FF2B5EF4-FFF2-40B4-BE49-F238E27FC236}">
                <a16:creationId xmlns:a16="http://schemas.microsoft.com/office/drawing/2014/main" id="{FA47B68E-7FB7-41E5-BE33-28396521C1F3}"/>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10 / 16</a:t>
            </a:r>
          </a:p>
        </p:txBody>
      </p:sp>
      <p:sp>
        <p:nvSpPr>
          <p:cNvPr id="7" name="">
            <a:extLst xmlns:a="http://schemas.openxmlformats.org/drawingml/2006/main">
              <a:ext uri="{FF2B5EF4-FFF2-40B4-BE49-F238E27FC236}">
                <a16:creationId xmlns:a16="http://schemas.microsoft.com/office/drawing/2014/main" id="{2B8236F3-270D-4BC3-A506-CE22497A9FC5}"/>
              </a:ext>
            </a:extLst>
          </p:cNvPr>
          <p:cNvSpPr>
            <a:spLocks xmlns:a="http://schemas.openxmlformats.org/drawingml/2006/main" noGrp="1"/>
          </p:cNvSpPr>
          <p:nvPr/>
        </p:nvSpPr>
        <p:spPr>
          <a:xfrm xmlns:a="http://schemas.openxmlformats.org/drawingml/2006/main">
            <a:off x="609600" y="3133725"/>
            <a:ext cx="2476500" cy="1533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B22D54F-3287-4F10-89A1-7589D4D83C7A}"/>
              </a:ext>
            </a:extLst>
          </p:cNvPr>
          <p:cNvSpPr>
            <a:spLocks xmlns:a="http://schemas.openxmlformats.org/drawingml/2006/main" noGrp="1"/>
          </p:cNvSpPr>
          <p:nvPr/>
        </p:nvSpPr>
        <p:spPr>
          <a:xfrm xmlns:a="http://schemas.openxmlformats.org/drawingml/2006/main">
            <a:off x="609600" y="3133725"/>
            <a:ext cx="24765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9" name="POS Platform">
            <a:extLst xmlns:a="http://schemas.openxmlformats.org/drawingml/2006/main">
              <a:ext uri="{FF2B5EF4-FFF2-40B4-BE49-F238E27FC236}">
                <a16:creationId xmlns:a16="http://schemas.microsoft.com/office/drawing/2014/main" id="{0B4E809D-A727-4127-A04C-3F78A6CD0193}"/>
              </a:ext>
            </a:extLst>
          </p:cNvPr>
          <p:cNvSpPr>
            <a:spLocks xmlns:a="http://schemas.openxmlformats.org/drawingml/2006/main" noGrp="1"/>
          </p:cNvSpPr>
          <p:nvPr/>
        </p:nvSpPr>
        <p:spPr>
          <a:xfrm xmlns:a="http://schemas.openxmlformats.org/drawingml/2006/main">
            <a:off x="742950" y="320040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POS Platform</a:t>
            </a:r>
          </a:p>
        </p:txBody>
      </p:sp>
      <p:sp>
        <p:nvSpPr>
          <p:cNvPr id="10" name="Venta y caja&#10;Persistencia local&#10;Sincronización dur">
            <a:extLst xmlns:a="http://schemas.openxmlformats.org/drawingml/2006/main">
              <a:ext uri="{FF2B5EF4-FFF2-40B4-BE49-F238E27FC236}">
                <a16:creationId xmlns:a16="http://schemas.microsoft.com/office/drawing/2014/main" id="{214DEE0D-A272-4116-B7B9-B77A764A14CF}"/>
              </a:ext>
            </a:extLst>
          </p:cNvPr>
          <p:cNvSpPr>
            <a:spLocks xmlns:a="http://schemas.openxmlformats.org/drawingml/2006/main" noGrp="1"/>
          </p:cNvSpPr>
          <p:nvPr/>
        </p:nvSpPr>
        <p:spPr>
          <a:xfrm xmlns:a="http://schemas.openxmlformats.org/drawingml/2006/main">
            <a:off x="742950" y="3648075"/>
            <a:ext cx="2209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Venta y caja</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Persistencia local</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Sincronización durable</a:t>
            </a:r>
          </a:p>
        </p:txBody>
      </p:sp>
      <p:sp>
        <p:nvSpPr>
          <p:cNvPr id="11" name="">
            <a:extLst xmlns:a="http://schemas.openxmlformats.org/drawingml/2006/main">
              <a:ext uri="{FF2B5EF4-FFF2-40B4-BE49-F238E27FC236}">
                <a16:creationId xmlns:a16="http://schemas.microsoft.com/office/drawing/2014/main" id="{8ECB4A0E-B53E-447B-ABCB-51861DA91E49}"/>
              </a:ext>
            </a:extLst>
          </p:cNvPr>
          <p:cNvSpPr>
            <a:spLocks xmlns:a="http://schemas.openxmlformats.org/drawingml/2006/main" noGrp="1"/>
          </p:cNvSpPr>
          <p:nvPr/>
        </p:nvSpPr>
        <p:spPr>
          <a:xfrm xmlns:a="http://schemas.openxmlformats.org/drawingml/2006/main">
            <a:off x="3924300" y="3133725"/>
            <a:ext cx="3352800" cy="15335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2FEB8A-BD68-4CD4-A4F0-2D84DE36FCF7}"/>
              </a:ext>
            </a:extLst>
          </p:cNvPr>
          <p:cNvSpPr>
            <a:spLocks xmlns:a="http://schemas.openxmlformats.org/drawingml/2006/main" noGrp="1"/>
          </p:cNvSpPr>
          <p:nvPr/>
        </p:nvSpPr>
        <p:spPr>
          <a:xfrm xmlns:a="http://schemas.openxmlformats.org/drawingml/2006/main">
            <a:off x="3924300" y="3133725"/>
            <a:ext cx="33528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3" name="Contrato e integración">
            <a:extLst xmlns:a="http://schemas.openxmlformats.org/drawingml/2006/main">
              <a:ext uri="{FF2B5EF4-FFF2-40B4-BE49-F238E27FC236}">
                <a16:creationId xmlns:a16="http://schemas.microsoft.com/office/drawing/2014/main" id="{7B1D0307-2BDB-431F-AB4E-D43B1FFFE34C}"/>
              </a:ext>
            </a:extLst>
          </p:cNvPr>
          <p:cNvSpPr>
            <a:spLocks xmlns:a="http://schemas.openxmlformats.org/drawingml/2006/main" noGrp="1"/>
          </p:cNvSpPr>
          <p:nvPr/>
        </p:nvSpPr>
        <p:spPr>
          <a:xfrm xmlns:a="http://schemas.openxmlformats.org/drawingml/2006/main">
            <a:off x="4057650" y="3200400"/>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Contrato e integración</a:t>
            </a:r>
          </a:p>
        </p:txBody>
      </p:sp>
      <p:sp>
        <p:nvSpPr>
          <p:cNvPr id="14" name="Fachada del POS&#10;Política de transición&#10;Destino fij">
            <a:extLst xmlns:a="http://schemas.openxmlformats.org/drawingml/2006/main">
              <a:ext uri="{FF2B5EF4-FFF2-40B4-BE49-F238E27FC236}">
                <a16:creationId xmlns:a16="http://schemas.microsoft.com/office/drawing/2014/main" id="{29A73814-0A3E-4F03-982F-0DB67A14E9E7}"/>
              </a:ext>
            </a:extLst>
          </p:cNvPr>
          <p:cNvSpPr>
            <a:spLocks xmlns:a="http://schemas.openxmlformats.org/drawingml/2006/main" noGrp="1"/>
          </p:cNvSpPr>
          <p:nvPr/>
        </p:nvSpPr>
        <p:spPr>
          <a:xfrm xmlns:a="http://schemas.openxmlformats.org/drawingml/2006/main">
            <a:off x="4057650" y="3648075"/>
            <a:ext cx="30861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Fachada del POS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Política de transición</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Destino fijado por operación</a:t>
            </a:r>
          </a:p>
        </p:txBody>
      </p:sp>
      <p:sp>
        <p:nvSpPr>
          <p:cNvPr id="15" name="">
            <a:extLst xmlns:a="http://schemas.openxmlformats.org/drawingml/2006/main">
              <a:ext uri="{FF2B5EF4-FFF2-40B4-BE49-F238E27FC236}">
                <a16:creationId xmlns:a16="http://schemas.microsoft.com/office/drawing/2014/main" id="{B1886CC1-A8A3-4DDB-B195-AD0C7B4C6F30}"/>
              </a:ext>
            </a:extLst>
          </p:cNvPr>
          <p:cNvSpPr>
            <a:spLocks xmlns:a="http://schemas.openxmlformats.org/drawingml/2006/main" noGrp="1"/>
          </p:cNvSpPr>
          <p:nvPr/>
        </p:nvSpPr>
        <p:spPr>
          <a:xfrm xmlns:a="http://schemas.openxmlformats.org/drawingml/2006/main">
            <a:off x="8610600" y="2305050"/>
            <a:ext cx="2971800" cy="12382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F86159B-3759-4F52-B900-6773877139F5}"/>
              </a:ext>
            </a:extLst>
          </p:cNvPr>
          <p:cNvSpPr>
            <a:spLocks xmlns:a="http://schemas.openxmlformats.org/drawingml/2006/main" noGrp="1"/>
          </p:cNvSpPr>
          <p:nvPr/>
        </p:nvSpPr>
        <p:spPr>
          <a:xfrm xmlns:a="http://schemas.openxmlformats.org/drawingml/2006/main">
            <a:off x="8610600" y="2305050"/>
            <a:ext cx="29718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7" name="ACL / adaptador actual">
            <a:extLst xmlns:a="http://schemas.openxmlformats.org/drawingml/2006/main">
              <a:ext uri="{FF2B5EF4-FFF2-40B4-BE49-F238E27FC236}">
                <a16:creationId xmlns:a16="http://schemas.microsoft.com/office/drawing/2014/main" id="{E1078AC5-AB85-4636-8FE5-7EA590B4385C}"/>
              </a:ext>
            </a:extLst>
          </p:cNvPr>
          <p:cNvSpPr>
            <a:spLocks xmlns:a="http://schemas.openxmlformats.org/drawingml/2006/main" noGrp="1"/>
          </p:cNvSpPr>
          <p:nvPr/>
        </p:nvSpPr>
        <p:spPr>
          <a:xfrm xmlns:a="http://schemas.openxmlformats.org/drawingml/2006/main">
            <a:off x="8743950" y="2371725"/>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ACL / adaptador actual</a:t>
            </a:r>
          </a:p>
        </p:txBody>
      </p:sp>
      <p:sp>
        <p:nvSpPr>
          <p:cNvPr id="18" name="Pendientes y documentos&#10;ERP de origen">
            <a:extLst xmlns:a="http://schemas.openxmlformats.org/drawingml/2006/main">
              <a:ext uri="{FF2B5EF4-FFF2-40B4-BE49-F238E27FC236}">
                <a16:creationId xmlns:a16="http://schemas.microsoft.com/office/drawing/2014/main" id="{7F9EB1FE-D72F-4B5B-A506-6896ECF579A0}"/>
              </a:ext>
            </a:extLst>
          </p:cNvPr>
          <p:cNvSpPr>
            <a:spLocks xmlns:a="http://schemas.openxmlformats.org/drawingml/2006/main" noGrp="1"/>
          </p:cNvSpPr>
          <p:nvPr/>
        </p:nvSpPr>
        <p:spPr>
          <a:xfrm xmlns:a="http://schemas.openxmlformats.org/drawingml/2006/main">
            <a:off x="8743950" y="2819400"/>
            <a:ext cx="2705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34383E"/>
                </a:solidFill>
                <a:latin typeface="Inter"/>
                <a:ea typeface="Inter"/>
                <a:cs typeface="Inter"/>
              </a:defRPr>
            </a:defPPr>
            <a:lvl1pPr>
              <a:defRPr sz="1500" b="0">
                <a:solidFill>
                  <a:srgbClr val="34383E"/>
                </a:solidFill>
                <a:latin typeface="Inter"/>
                <a:ea typeface="Inter"/>
                <a:cs typeface="Inter"/>
              </a:defRPr>
            </a:lvl1pPr>
            <a:lvl2pPr>
              <a:defRPr sz="1500" b="0">
                <a:solidFill>
                  <a:srgbClr val="34383E"/>
                </a:solidFill>
                <a:latin typeface="Inter"/>
                <a:ea typeface="Inter"/>
                <a:cs typeface="Inter"/>
              </a:defRPr>
            </a:lvl2pPr>
            <a:lvl3pPr>
              <a:defRPr sz="1500" b="0">
                <a:solidFill>
                  <a:srgbClr val="34383E"/>
                </a:solidFill>
                <a:latin typeface="Inter"/>
                <a:ea typeface="Inter"/>
                <a:cs typeface="Inter"/>
              </a:defRPr>
            </a:lvl3pPr>
            <a:lvl4pPr>
              <a:defRPr sz="1500" b="0">
                <a:solidFill>
                  <a:srgbClr val="34383E"/>
                </a:solidFill>
                <a:latin typeface="Inter"/>
                <a:ea typeface="Inter"/>
                <a:cs typeface="Inter"/>
              </a:defRPr>
            </a:lvl4pPr>
            <a:lvl5pPr>
              <a:defRPr sz="1500" b="0">
                <a:solidFill>
                  <a:srgbClr val="34383E"/>
                </a:solidFill>
                <a:latin typeface="Inter"/>
                <a:ea typeface="Inter"/>
                <a:cs typeface="Inter"/>
              </a:defRPr>
            </a:lvl5pPr>
            <a:lvl6pPr>
              <a:defRPr sz="1500" b="0">
                <a:solidFill>
                  <a:srgbClr val="34383E"/>
                </a:solidFill>
                <a:latin typeface="Inter"/>
                <a:ea typeface="Inter"/>
                <a:cs typeface="Inter"/>
              </a:defRPr>
            </a:lvl6pPr>
            <a:lvl7pPr>
              <a:defRPr sz="1500" b="0">
                <a:solidFill>
                  <a:srgbClr val="34383E"/>
                </a:solidFill>
                <a:latin typeface="Inter"/>
                <a:ea typeface="Inter"/>
                <a:cs typeface="Inter"/>
              </a:defRPr>
            </a:lvl7pPr>
            <a:lvl8pPr>
              <a:defRPr sz="1500" b="0">
                <a:solidFill>
                  <a:srgbClr val="34383E"/>
                </a:solidFill>
                <a:latin typeface="Inter"/>
                <a:ea typeface="Inter"/>
                <a:cs typeface="Inter"/>
              </a:defRPr>
            </a:lvl8pPr>
            <a:lvl9pPr>
              <a:defRPr sz="1500" b="0">
                <a:solidFill>
                  <a:srgbClr val="34383E"/>
                </a:solidFill>
                <a:latin typeface="Inter"/>
                <a:ea typeface="Inter"/>
                <a:cs typeface="Inter"/>
              </a:defRPr>
            </a:lvl9pPr>
          </a:lstStyle>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Pendientes y documentos</a:t>
            </a:r>
          </a:p>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ERP de origen</a:t>
            </a:r>
          </a:p>
        </p:txBody>
      </p:sp>
      <p:sp>
        <p:nvSpPr>
          <p:cNvPr id="19" name="">
            <a:extLst xmlns:a="http://schemas.openxmlformats.org/drawingml/2006/main">
              <a:ext uri="{FF2B5EF4-FFF2-40B4-BE49-F238E27FC236}">
                <a16:creationId xmlns:a16="http://schemas.microsoft.com/office/drawing/2014/main" id="{54E597EB-9E89-4C9B-BB98-2F5B5E870BC3}"/>
              </a:ext>
            </a:extLst>
          </p:cNvPr>
          <p:cNvSpPr>
            <a:spLocks xmlns:a="http://schemas.openxmlformats.org/drawingml/2006/main" noGrp="1"/>
          </p:cNvSpPr>
          <p:nvPr/>
        </p:nvSpPr>
        <p:spPr>
          <a:xfrm xmlns:a="http://schemas.openxmlformats.org/drawingml/2006/main">
            <a:off x="8610600" y="4229100"/>
            <a:ext cx="2971800" cy="12382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DE003C7-3571-4AE3-B80B-FE89CA8DA0B1}"/>
              </a:ext>
            </a:extLst>
          </p:cNvPr>
          <p:cNvSpPr>
            <a:spLocks xmlns:a="http://schemas.openxmlformats.org/drawingml/2006/main" noGrp="1"/>
          </p:cNvSpPr>
          <p:nvPr/>
        </p:nvSpPr>
        <p:spPr>
          <a:xfrm xmlns:a="http://schemas.openxmlformats.org/drawingml/2006/main">
            <a:off x="8610600" y="4229100"/>
            <a:ext cx="29718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1" name="ACL / adaptador nuevo">
            <a:extLst xmlns:a="http://schemas.openxmlformats.org/drawingml/2006/main">
              <a:ext uri="{FF2B5EF4-FFF2-40B4-BE49-F238E27FC236}">
                <a16:creationId xmlns:a16="http://schemas.microsoft.com/office/drawing/2014/main" id="{615F42A3-D81E-4436-A624-3A8EE861A4E3}"/>
              </a:ext>
            </a:extLst>
          </p:cNvPr>
          <p:cNvSpPr>
            <a:spLocks xmlns:a="http://schemas.openxmlformats.org/drawingml/2006/main" noGrp="1"/>
          </p:cNvSpPr>
          <p:nvPr/>
        </p:nvSpPr>
        <p:spPr>
          <a:xfrm xmlns:a="http://schemas.openxmlformats.org/drawingml/2006/main">
            <a:off x="8743950" y="4295775"/>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Inter"/>
                <a:ea typeface="Inter"/>
                <a:cs typeface="Inter"/>
              </a:defRPr>
            </a:defPPr>
            <a:lvl1pPr>
              <a:defRPr sz="1650" b="1">
                <a:solidFill>
                  <a:srgbClr val="FFFFFF"/>
                </a:solidFill>
                <a:latin typeface="Inter"/>
                <a:ea typeface="Inter"/>
                <a:cs typeface="Inter"/>
              </a:defRPr>
            </a:lvl1pPr>
            <a:lvl2pPr>
              <a:defRPr sz="1650" b="1">
                <a:solidFill>
                  <a:srgbClr val="FFFFFF"/>
                </a:solidFill>
                <a:latin typeface="Inter"/>
                <a:ea typeface="Inter"/>
                <a:cs typeface="Inter"/>
              </a:defRPr>
            </a:lvl2pPr>
            <a:lvl3pPr>
              <a:defRPr sz="1650" b="1">
                <a:solidFill>
                  <a:srgbClr val="FFFFFF"/>
                </a:solidFill>
                <a:latin typeface="Inter"/>
                <a:ea typeface="Inter"/>
                <a:cs typeface="Inter"/>
              </a:defRPr>
            </a:lvl3pPr>
            <a:lvl4pPr>
              <a:defRPr sz="1650" b="1">
                <a:solidFill>
                  <a:srgbClr val="FFFFFF"/>
                </a:solidFill>
                <a:latin typeface="Inter"/>
                <a:ea typeface="Inter"/>
                <a:cs typeface="Inter"/>
              </a:defRPr>
            </a:lvl4pPr>
            <a:lvl5pPr>
              <a:defRPr sz="1650" b="1">
                <a:solidFill>
                  <a:srgbClr val="FFFFFF"/>
                </a:solidFill>
                <a:latin typeface="Inter"/>
                <a:ea typeface="Inter"/>
                <a:cs typeface="Inter"/>
              </a:defRPr>
            </a:lvl5pPr>
            <a:lvl6pPr>
              <a:defRPr sz="1650" b="1">
                <a:solidFill>
                  <a:srgbClr val="FFFFFF"/>
                </a:solidFill>
                <a:latin typeface="Inter"/>
                <a:ea typeface="Inter"/>
                <a:cs typeface="Inter"/>
              </a:defRPr>
            </a:lvl6pPr>
            <a:lvl7pPr>
              <a:defRPr sz="1650" b="1">
                <a:solidFill>
                  <a:srgbClr val="FFFFFF"/>
                </a:solidFill>
                <a:latin typeface="Inter"/>
                <a:ea typeface="Inter"/>
                <a:cs typeface="Inter"/>
              </a:defRPr>
            </a:lvl7pPr>
            <a:lvl8pPr>
              <a:defRPr sz="1650" b="1">
                <a:solidFill>
                  <a:srgbClr val="FFFFFF"/>
                </a:solidFill>
                <a:latin typeface="Inter"/>
                <a:ea typeface="Inter"/>
                <a:cs typeface="Inter"/>
              </a:defRPr>
            </a:lvl8pPr>
            <a:lvl9pPr>
              <a:defRPr sz="1650" b="1">
                <a:solidFill>
                  <a:srgbClr val="FFFFFF"/>
                </a:solidFill>
                <a:latin typeface="Inter"/>
                <a:ea typeface="Inter"/>
                <a:cs typeface="Inter"/>
              </a:defRPr>
            </a:lvl9pPr>
          </a:lstStyle>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ACL / adaptador nuevo</a:t>
            </a:r>
          </a:p>
        </p:txBody>
      </p:sp>
      <p:sp>
        <p:nvSpPr>
          <p:cNvPr id="22" name="Nuevo ámbito de operación&#10;ERP común / cloud por de">
            <a:extLst xmlns:a="http://schemas.openxmlformats.org/drawingml/2006/main">
              <a:ext uri="{FF2B5EF4-FFF2-40B4-BE49-F238E27FC236}">
                <a16:creationId xmlns:a16="http://schemas.microsoft.com/office/drawing/2014/main" id="{8B29D9C3-B1C6-47C9-B3B4-22581FD87230}"/>
              </a:ext>
            </a:extLst>
          </p:cNvPr>
          <p:cNvSpPr>
            <a:spLocks xmlns:a="http://schemas.openxmlformats.org/drawingml/2006/main" noGrp="1"/>
          </p:cNvSpPr>
          <p:nvPr/>
        </p:nvSpPr>
        <p:spPr>
          <a:xfrm xmlns:a="http://schemas.openxmlformats.org/drawingml/2006/main">
            <a:off x="8743950" y="4743450"/>
            <a:ext cx="2705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34383E"/>
                </a:solidFill>
                <a:latin typeface="Inter"/>
                <a:ea typeface="Inter"/>
                <a:cs typeface="Inter"/>
              </a:defRPr>
            </a:defPPr>
            <a:lvl1pPr>
              <a:defRPr sz="1500" b="0">
                <a:solidFill>
                  <a:srgbClr val="34383E"/>
                </a:solidFill>
                <a:latin typeface="Inter"/>
                <a:ea typeface="Inter"/>
                <a:cs typeface="Inter"/>
              </a:defRPr>
            </a:lvl1pPr>
            <a:lvl2pPr>
              <a:defRPr sz="1500" b="0">
                <a:solidFill>
                  <a:srgbClr val="34383E"/>
                </a:solidFill>
                <a:latin typeface="Inter"/>
                <a:ea typeface="Inter"/>
                <a:cs typeface="Inter"/>
              </a:defRPr>
            </a:lvl2pPr>
            <a:lvl3pPr>
              <a:defRPr sz="1500" b="0">
                <a:solidFill>
                  <a:srgbClr val="34383E"/>
                </a:solidFill>
                <a:latin typeface="Inter"/>
                <a:ea typeface="Inter"/>
                <a:cs typeface="Inter"/>
              </a:defRPr>
            </a:lvl3pPr>
            <a:lvl4pPr>
              <a:defRPr sz="1500" b="0">
                <a:solidFill>
                  <a:srgbClr val="34383E"/>
                </a:solidFill>
                <a:latin typeface="Inter"/>
                <a:ea typeface="Inter"/>
                <a:cs typeface="Inter"/>
              </a:defRPr>
            </a:lvl4pPr>
            <a:lvl5pPr>
              <a:defRPr sz="1500" b="0">
                <a:solidFill>
                  <a:srgbClr val="34383E"/>
                </a:solidFill>
                <a:latin typeface="Inter"/>
                <a:ea typeface="Inter"/>
                <a:cs typeface="Inter"/>
              </a:defRPr>
            </a:lvl5pPr>
            <a:lvl6pPr>
              <a:defRPr sz="1500" b="0">
                <a:solidFill>
                  <a:srgbClr val="34383E"/>
                </a:solidFill>
                <a:latin typeface="Inter"/>
                <a:ea typeface="Inter"/>
                <a:cs typeface="Inter"/>
              </a:defRPr>
            </a:lvl6pPr>
            <a:lvl7pPr>
              <a:defRPr sz="1500" b="0">
                <a:solidFill>
                  <a:srgbClr val="34383E"/>
                </a:solidFill>
                <a:latin typeface="Inter"/>
                <a:ea typeface="Inter"/>
                <a:cs typeface="Inter"/>
              </a:defRPr>
            </a:lvl7pPr>
            <a:lvl8pPr>
              <a:defRPr sz="1500" b="0">
                <a:solidFill>
                  <a:srgbClr val="34383E"/>
                </a:solidFill>
                <a:latin typeface="Inter"/>
                <a:ea typeface="Inter"/>
                <a:cs typeface="Inter"/>
              </a:defRPr>
            </a:lvl8pPr>
            <a:lvl9pPr>
              <a:defRPr sz="1500" b="0">
                <a:solidFill>
                  <a:srgbClr val="34383E"/>
                </a:solidFill>
                <a:latin typeface="Inter"/>
                <a:ea typeface="Inter"/>
                <a:cs typeface="Inter"/>
              </a:defRPr>
            </a:lvl9pPr>
          </a:lstStyle>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Nuevo ámbito de operación</a:t>
            </a:r>
          </a:p>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ERP común / cloud por definir</a:t>
            </a:r>
          </a:p>
        </p:txBody>
      </p:sp>
      <p:cxnSp>
        <p:nvCxnSpPr>
          <p:cNvPr id="23" name="">
            <a:extLst xmlns:a="http://schemas.openxmlformats.org/drawingml/2006/main">
              <a:ext uri="{FF2B5EF4-FFF2-40B4-BE49-F238E27FC236}">
                <a16:creationId xmlns:a16="http://schemas.microsoft.com/office/drawing/2014/main" id="{C94A2085-F400-46EF-9F4C-1CBC986CDA43}"/>
              </a:ext>
            </a:extLst>
          </p:cNvPr>
          <p:cNvCxnSpPr/>
          <p:nvPr/>
        </p:nvCxnSpPr>
        <p:spPr>
          <a:xfrm xmlns:a="http://schemas.openxmlformats.org/drawingml/2006/main">
            <a:off x="3086100" y="3914775"/>
            <a:ext cx="8382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24" name="Contrato&#10;versionado">
            <a:extLst xmlns:a="http://schemas.openxmlformats.org/drawingml/2006/main">
              <a:ext uri="{FF2B5EF4-FFF2-40B4-BE49-F238E27FC236}">
                <a16:creationId xmlns:a16="http://schemas.microsoft.com/office/drawing/2014/main" id="{0C6D475E-C690-4536-B64F-06F783509F32}"/>
              </a:ext>
            </a:extLst>
          </p:cNvPr>
          <p:cNvSpPr>
            <a:spLocks xmlns:a="http://schemas.openxmlformats.org/drawingml/2006/main" noGrp="1"/>
          </p:cNvSpPr>
          <p:nvPr/>
        </p:nvSpPr>
        <p:spPr>
          <a:xfrm xmlns:a="http://schemas.openxmlformats.org/drawingml/2006/main">
            <a:off x="3114675" y="3371850"/>
            <a:ext cx="781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36569"/>
                </a:solidFill>
                <a:latin typeface="Inter"/>
                <a:ea typeface="Inter"/>
                <a:cs typeface="Inter"/>
              </a:defRPr>
            </a:defPPr>
            <a:lvl1pPr>
              <a:defRPr sz="1125" b="0">
                <a:solidFill>
                  <a:srgbClr val="636569"/>
                </a:solidFill>
                <a:latin typeface="Inter"/>
                <a:ea typeface="Inter"/>
                <a:cs typeface="Inter"/>
              </a:defRPr>
            </a:lvl1pPr>
            <a:lvl2pPr>
              <a:defRPr sz="1125" b="0">
                <a:solidFill>
                  <a:srgbClr val="636569"/>
                </a:solidFill>
                <a:latin typeface="Inter"/>
                <a:ea typeface="Inter"/>
                <a:cs typeface="Inter"/>
              </a:defRPr>
            </a:lvl2pPr>
            <a:lvl3pPr>
              <a:defRPr sz="1125" b="0">
                <a:solidFill>
                  <a:srgbClr val="636569"/>
                </a:solidFill>
                <a:latin typeface="Inter"/>
                <a:ea typeface="Inter"/>
                <a:cs typeface="Inter"/>
              </a:defRPr>
            </a:lvl3pPr>
            <a:lvl4pPr>
              <a:defRPr sz="1125" b="0">
                <a:solidFill>
                  <a:srgbClr val="636569"/>
                </a:solidFill>
                <a:latin typeface="Inter"/>
                <a:ea typeface="Inter"/>
                <a:cs typeface="Inter"/>
              </a:defRPr>
            </a:lvl4pPr>
            <a:lvl5pPr>
              <a:defRPr sz="1125" b="0">
                <a:solidFill>
                  <a:srgbClr val="636569"/>
                </a:solidFill>
                <a:latin typeface="Inter"/>
                <a:ea typeface="Inter"/>
                <a:cs typeface="Inter"/>
              </a:defRPr>
            </a:lvl5pPr>
            <a:lvl6pPr>
              <a:defRPr sz="1125" b="0">
                <a:solidFill>
                  <a:srgbClr val="636569"/>
                </a:solidFill>
                <a:latin typeface="Inter"/>
                <a:ea typeface="Inter"/>
                <a:cs typeface="Inter"/>
              </a:defRPr>
            </a:lvl6pPr>
            <a:lvl7pPr>
              <a:defRPr sz="1125" b="0">
                <a:solidFill>
                  <a:srgbClr val="636569"/>
                </a:solidFill>
                <a:latin typeface="Inter"/>
                <a:ea typeface="Inter"/>
                <a:cs typeface="Inter"/>
              </a:defRPr>
            </a:lvl7pPr>
            <a:lvl8pPr>
              <a:defRPr sz="1125" b="0">
                <a:solidFill>
                  <a:srgbClr val="636569"/>
                </a:solidFill>
                <a:latin typeface="Inter"/>
                <a:ea typeface="Inter"/>
                <a:cs typeface="Inter"/>
              </a:defRPr>
            </a:lvl8pPr>
            <a:lvl9pPr>
              <a:defRPr sz="1125" b="0">
                <a:solidFill>
                  <a:srgbClr val="636569"/>
                </a:solidFill>
                <a:latin typeface="Inter"/>
                <a:ea typeface="Inter"/>
                <a:cs typeface="Inter"/>
              </a:defRPr>
            </a:lvl9pPr>
          </a:lstStyle>
          <a:p xmlns:a="http://schemas.openxmlformats.org/drawingml/2006/main">
            <a:pPr>
              <a:defRPr sz="1125" b="0">
                <a:solidFill>
                  <a:srgbClr val="636569"/>
                </a:solidFill>
                <a:latin typeface="Inter"/>
                <a:ea typeface="Inter"/>
                <a:cs typeface="Inter"/>
              </a:defRPr>
            </a:pPr>
            <a:r>
              <a:rPr sz="1125" b="0">
                <a:solidFill>
                  <a:srgbClr val="636569"/>
                </a:solidFill>
                <a:latin typeface="Inter"/>
                <a:ea typeface="Inter"/>
                <a:cs typeface="Inter"/>
              </a:rPr>
              <a:t>Contrato</a:t>
            </a:r>
          </a:p>
          <a:p xmlns:a="http://schemas.openxmlformats.org/drawingml/2006/main">
            <a:pPr>
              <a:defRPr sz="1125" b="0">
                <a:solidFill>
                  <a:srgbClr val="636569"/>
                </a:solidFill>
                <a:latin typeface="Inter"/>
                <a:ea typeface="Inter"/>
                <a:cs typeface="Inter"/>
              </a:defRPr>
            </a:pPr>
            <a:r>
              <a:rPr sz="1125" b="0">
                <a:solidFill>
                  <a:srgbClr val="636569"/>
                </a:solidFill>
                <a:latin typeface="Inter"/>
                <a:ea typeface="Inter"/>
                <a:cs typeface="Inter"/>
              </a:rPr>
              <a:t>versionado</a:t>
            </a:r>
          </a:p>
        </p:txBody>
      </p:sp>
      <p:cxnSp>
        <p:nvCxnSpPr>
          <p:cNvPr id="25" name="">
            <a:extLst xmlns:a="http://schemas.openxmlformats.org/drawingml/2006/main">
              <a:ext uri="{FF2B5EF4-FFF2-40B4-BE49-F238E27FC236}">
                <a16:creationId xmlns:a16="http://schemas.microsoft.com/office/drawing/2014/main" id="{43D1FC35-FA5C-428C-A31D-50C0083EA7C2}"/>
              </a:ext>
            </a:extLst>
          </p:cNvPr>
          <p:cNvCxnSpPr/>
          <p:nvPr/>
        </p:nvCxnSpPr>
        <p:spPr>
          <a:xfrm xmlns:a="http://schemas.openxmlformats.org/drawingml/2006/main">
            <a:off x="7277100" y="3914775"/>
            <a:ext cx="571500" cy="0"/>
          </a:xfrm>
          <a:prstGeom xmlns:a="http://schemas.openxmlformats.org/drawingml/2006/main" prst="straightConnector1">
            <a:avLst/>
          </a:prstGeom>
          <a:ln xmlns:a="http://schemas.openxmlformats.org/drawingml/2006/main" w="19050">
            <a:solidFill>
              <a:srgbClr val="00937F"/>
            </a:solidFill>
          </a:ln>
        </p:spPr>
      </p:cxnSp>
      <p:cxnSp>
        <p:nvCxnSpPr>
          <p:cNvPr id="26" name="">
            <a:extLst xmlns:a="http://schemas.openxmlformats.org/drawingml/2006/main">
              <a:ext uri="{FF2B5EF4-FFF2-40B4-BE49-F238E27FC236}">
                <a16:creationId xmlns:a16="http://schemas.microsoft.com/office/drawing/2014/main" id="{4BCE9EED-796C-40EA-A42F-14EA2A75C3A2}"/>
              </a:ext>
            </a:extLst>
          </p:cNvPr>
          <p:cNvCxnSpPr/>
          <p:nvPr/>
        </p:nvCxnSpPr>
        <p:spPr>
          <a:xfrm xmlns:a="http://schemas.openxmlformats.org/drawingml/2006/main">
            <a:off x="7848600" y="2924175"/>
            <a:ext cx="0" cy="1924050"/>
          </a:xfrm>
          <a:prstGeom xmlns:a="http://schemas.openxmlformats.org/drawingml/2006/main" prst="straightConnector1">
            <a:avLst/>
          </a:prstGeom>
          <a:ln xmlns:a="http://schemas.openxmlformats.org/drawingml/2006/main" w="19050">
            <a:solidFill>
              <a:srgbClr val="00937F"/>
            </a:solidFill>
          </a:ln>
        </p:spPr>
      </p:cxnSp>
      <p:cxnSp>
        <p:nvCxnSpPr>
          <p:cNvPr id="27" name="">
            <a:extLst xmlns:a="http://schemas.openxmlformats.org/drawingml/2006/main">
              <a:ext uri="{FF2B5EF4-FFF2-40B4-BE49-F238E27FC236}">
                <a16:creationId xmlns:a16="http://schemas.microsoft.com/office/drawing/2014/main" id="{F885F1B4-493B-4505-B78A-08431A80BA77}"/>
              </a:ext>
            </a:extLst>
          </p:cNvPr>
          <p:cNvCxnSpPr/>
          <p:nvPr/>
        </p:nvCxnSpPr>
        <p:spPr>
          <a:xfrm xmlns:a="http://schemas.openxmlformats.org/drawingml/2006/main">
            <a:off x="7848600" y="2924175"/>
            <a:ext cx="762000" cy="0"/>
          </a:xfrm>
          <a:prstGeom xmlns:a="http://schemas.openxmlformats.org/drawingml/2006/main" prst="straightConnector1">
            <a:avLst/>
          </a:prstGeom>
          <a:ln xmlns:a="http://schemas.openxmlformats.org/drawingml/2006/main" w="19050">
            <a:solidFill>
              <a:srgbClr val="00937F"/>
            </a:solidFill>
            <a:tailEnd type="triangle" w="sm" len="sm"/>
          </a:ln>
        </p:spPr>
      </p:cxnSp>
      <p:cxnSp>
        <p:nvCxnSpPr>
          <p:cNvPr id="28" name="">
            <a:extLst xmlns:a="http://schemas.openxmlformats.org/drawingml/2006/main">
              <a:ext uri="{FF2B5EF4-FFF2-40B4-BE49-F238E27FC236}">
                <a16:creationId xmlns:a16="http://schemas.microsoft.com/office/drawing/2014/main" id="{B3264AEC-197B-4824-BBAA-FD96E7E5E271}"/>
              </a:ext>
            </a:extLst>
          </p:cNvPr>
          <p:cNvCxnSpPr/>
          <p:nvPr/>
        </p:nvCxnSpPr>
        <p:spPr>
          <a:xfrm xmlns:a="http://schemas.openxmlformats.org/drawingml/2006/main">
            <a:off x="7848600" y="4848225"/>
            <a:ext cx="762000" cy="0"/>
          </a:xfrm>
          <a:prstGeom xmlns:a="http://schemas.openxmlformats.org/drawingml/2006/main" prst="straightConnector1">
            <a:avLst/>
          </a:prstGeom>
          <a:ln xmlns:a="http://schemas.openxmlformats.org/drawingml/2006/main" w="19050">
            <a:solidFill>
              <a:srgbClr val="00937F"/>
            </a:solidFill>
            <a:tailEnd type="triangle" w="sm" len="sm"/>
          </a:ln>
        </p:spPr>
      </p:cxnSp>
      <p:sp>
        <p:nvSpPr>
          <p:cNvPr id="29" name="Destino&#10;anterior">
            <a:extLst xmlns:a="http://schemas.openxmlformats.org/drawingml/2006/main">
              <a:ext uri="{FF2B5EF4-FFF2-40B4-BE49-F238E27FC236}">
                <a16:creationId xmlns:a16="http://schemas.microsoft.com/office/drawing/2014/main" id="{EFC51BA4-D6EC-436F-9A01-845DA6A39933}"/>
              </a:ext>
            </a:extLst>
          </p:cNvPr>
          <p:cNvSpPr>
            <a:spLocks xmlns:a="http://schemas.openxmlformats.org/drawingml/2006/main" noGrp="1"/>
          </p:cNvSpPr>
          <p:nvPr/>
        </p:nvSpPr>
        <p:spPr>
          <a:xfrm xmlns:a="http://schemas.openxmlformats.org/drawingml/2006/main">
            <a:off x="7848600" y="2381250"/>
            <a:ext cx="76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Destino</a:t>
            </a:r>
          </a:p>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anterior</a:t>
            </a:r>
          </a:p>
        </p:txBody>
      </p:sp>
      <p:sp>
        <p:nvSpPr>
          <p:cNvPr id="30" name="Destino&#10;nuevo">
            <a:extLst xmlns:a="http://schemas.openxmlformats.org/drawingml/2006/main">
              <a:ext uri="{FF2B5EF4-FFF2-40B4-BE49-F238E27FC236}">
                <a16:creationId xmlns:a16="http://schemas.microsoft.com/office/drawing/2014/main" id="{10F384AD-24D6-45E9-99EC-DBC21B096CF6}"/>
              </a:ext>
            </a:extLst>
          </p:cNvPr>
          <p:cNvSpPr>
            <a:spLocks xmlns:a="http://schemas.openxmlformats.org/drawingml/2006/main" noGrp="1"/>
          </p:cNvSpPr>
          <p:nvPr/>
        </p:nvSpPr>
        <p:spPr>
          <a:xfrm xmlns:a="http://schemas.openxmlformats.org/drawingml/2006/main">
            <a:off x="7848600" y="4305300"/>
            <a:ext cx="76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6569"/>
                </a:solidFill>
                <a:latin typeface="Inter"/>
                <a:ea typeface="Inter"/>
                <a:cs typeface="Inter"/>
              </a:defRPr>
            </a:defPPr>
            <a:lvl1pPr>
              <a:defRPr sz="1200" b="0">
                <a:solidFill>
                  <a:srgbClr val="636569"/>
                </a:solidFill>
                <a:latin typeface="Inter"/>
                <a:ea typeface="Inter"/>
                <a:cs typeface="Inter"/>
              </a:defRPr>
            </a:lvl1pPr>
            <a:lvl2pPr>
              <a:defRPr sz="1200" b="0">
                <a:solidFill>
                  <a:srgbClr val="636569"/>
                </a:solidFill>
                <a:latin typeface="Inter"/>
                <a:ea typeface="Inter"/>
                <a:cs typeface="Inter"/>
              </a:defRPr>
            </a:lvl2pPr>
            <a:lvl3pPr>
              <a:defRPr sz="1200" b="0">
                <a:solidFill>
                  <a:srgbClr val="636569"/>
                </a:solidFill>
                <a:latin typeface="Inter"/>
                <a:ea typeface="Inter"/>
                <a:cs typeface="Inter"/>
              </a:defRPr>
            </a:lvl3pPr>
            <a:lvl4pPr>
              <a:defRPr sz="1200" b="0">
                <a:solidFill>
                  <a:srgbClr val="636569"/>
                </a:solidFill>
                <a:latin typeface="Inter"/>
                <a:ea typeface="Inter"/>
                <a:cs typeface="Inter"/>
              </a:defRPr>
            </a:lvl4pPr>
            <a:lvl5pPr>
              <a:defRPr sz="1200" b="0">
                <a:solidFill>
                  <a:srgbClr val="636569"/>
                </a:solidFill>
                <a:latin typeface="Inter"/>
                <a:ea typeface="Inter"/>
                <a:cs typeface="Inter"/>
              </a:defRPr>
            </a:lvl5pPr>
            <a:lvl6pPr>
              <a:defRPr sz="1200" b="0">
                <a:solidFill>
                  <a:srgbClr val="636569"/>
                </a:solidFill>
                <a:latin typeface="Inter"/>
                <a:ea typeface="Inter"/>
                <a:cs typeface="Inter"/>
              </a:defRPr>
            </a:lvl6pPr>
            <a:lvl7pPr>
              <a:defRPr sz="1200" b="0">
                <a:solidFill>
                  <a:srgbClr val="636569"/>
                </a:solidFill>
                <a:latin typeface="Inter"/>
                <a:ea typeface="Inter"/>
                <a:cs typeface="Inter"/>
              </a:defRPr>
            </a:lvl7pPr>
            <a:lvl8pPr>
              <a:defRPr sz="1200" b="0">
                <a:solidFill>
                  <a:srgbClr val="636569"/>
                </a:solidFill>
                <a:latin typeface="Inter"/>
                <a:ea typeface="Inter"/>
                <a:cs typeface="Inter"/>
              </a:defRPr>
            </a:lvl8pPr>
            <a:lvl9pPr>
              <a:defRPr sz="1200" b="0">
                <a:solidFill>
                  <a:srgbClr val="636569"/>
                </a:solidFill>
                <a:latin typeface="Inter"/>
                <a:ea typeface="Inter"/>
                <a:cs typeface="Inter"/>
              </a:defRPr>
            </a:lvl9pPr>
          </a:lstStyle>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Destino</a:t>
            </a:r>
          </a:p>
          <a:p xmlns:a="http://schemas.openxmlformats.org/drawingml/2006/main">
            <a:pPr>
              <a:defRPr sz="1200" b="0">
                <a:solidFill>
                  <a:srgbClr val="636569"/>
                </a:solidFill>
                <a:latin typeface="Inter"/>
                <a:ea typeface="Inter"/>
                <a:cs typeface="Inter"/>
              </a:defRPr>
            </a:pPr>
            <a:r>
              <a:rPr sz="1200" b="0">
                <a:solidFill>
                  <a:srgbClr val="636569"/>
                </a:solidFill>
                <a:latin typeface="Inter"/>
                <a:ea typeface="Inter"/>
                <a:cs typeface="Inter"/>
              </a:rPr>
              <a:t>nuevo</a:t>
            </a:r>
          </a:p>
        </p:txBody>
      </p:sp>
      <p:sp>
        <p:nvSpPr>
          <p:cNvPr id="31" name="El POS conserva su modelo. La nueva integración va">
            <a:extLst xmlns:a="http://schemas.openxmlformats.org/drawingml/2006/main">
              <a:ext uri="{FF2B5EF4-FFF2-40B4-BE49-F238E27FC236}">
                <a16:creationId xmlns:a16="http://schemas.microsoft.com/office/drawing/2014/main" id="{5A76C877-B1C6-4C57-A7CB-B609764C2F4B}"/>
              </a:ext>
            </a:extLst>
          </p:cNvPr>
          <p:cNvSpPr>
            <a:spLocks xmlns:a="http://schemas.openxmlformats.org/drawingml/2006/main" noGrp="1"/>
          </p:cNvSpPr>
          <p:nvPr/>
        </p:nvSpPr>
        <p:spPr>
          <a:xfrm xmlns:a="http://schemas.openxmlformats.org/drawingml/2006/main">
            <a:off x="609600" y="22574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06DB6"/>
                </a:solidFill>
                <a:latin typeface="Inter"/>
                <a:ea typeface="Inter"/>
                <a:cs typeface="Inter"/>
              </a:defRPr>
            </a:defPPr>
            <a:lvl1pPr>
              <a:defRPr sz="1800" b="1">
                <a:solidFill>
                  <a:srgbClr val="006DB6"/>
                </a:solidFill>
                <a:latin typeface="Inter"/>
                <a:ea typeface="Inter"/>
                <a:cs typeface="Inter"/>
              </a:defRPr>
            </a:lvl1pPr>
            <a:lvl2pPr>
              <a:defRPr sz="1800" b="1">
                <a:solidFill>
                  <a:srgbClr val="006DB6"/>
                </a:solidFill>
                <a:latin typeface="Inter"/>
                <a:ea typeface="Inter"/>
                <a:cs typeface="Inter"/>
              </a:defRPr>
            </a:lvl2pPr>
            <a:lvl3pPr>
              <a:defRPr sz="1800" b="1">
                <a:solidFill>
                  <a:srgbClr val="006DB6"/>
                </a:solidFill>
                <a:latin typeface="Inter"/>
                <a:ea typeface="Inter"/>
                <a:cs typeface="Inter"/>
              </a:defRPr>
            </a:lvl3pPr>
            <a:lvl4pPr>
              <a:defRPr sz="1800" b="1">
                <a:solidFill>
                  <a:srgbClr val="006DB6"/>
                </a:solidFill>
                <a:latin typeface="Inter"/>
                <a:ea typeface="Inter"/>
                <a:cs typeface="Inter"/>
              </a:defRPr>
            </a:lvl4pPr>
            <a:lvl5pPr>
              <a:defRPr sz="1800" b="1">
                <a:solidFill>
                  <a:srgbClr val="006DB6"/>
                </a:solidFill>
                <a:latin typeface="Inter"/>
                <a:ea typeface="Inter"/>
                <a:cs typeface="Inter"/>
              </a:defRPr>
            </a:lvl5pPr>
            <a:lvl6pPr>
              <a:defRPr sz="1800" b="1">
                <a:solidFill>
                  <a:srgbClr val="006DB6"/>
                </a:solidFill>
                <a:latin typeface="Inter"/>
                <a:ea typeface="Inter"/>
                <a:cs typeface="Inter"/>
              </a:defRPr>
            </a:lvl6pPr>
            <a:lvl7pPr>
              <a:defRPr sz="1800" b="1">
                <a:solidFill>
                  <a:srgbClr val="006DB6"/>
                </a:solidFill>
                <a:latin typeface="Inter"/>
                <a:ea typeface="Inter"/>
                <a:cs typeface="Inter"/>
              </a:defRPr>
            </a:lvl7pPr>
            <a:lvl8pPr>
              <a:defRPr sz="1800" b="1">
                <a:solidFill>
                  <a:srgbClr val="006DB6"/>
                </a:solidFill>
                <a:latin typeface="Inter"/>
                <a:ea typeface="Inter"/>
                <a:cs typeface="Inter"/>
              </a:defRPr>
            </a:lvl8pPr>
            <a:lvl9pPr>
              <a:defRPr sz="1800" b="1">
                <a:solidFill>
                  <a:srgbClr val="006DB6"/>
                </a:solidFill>
                <a:latin typeface="Inter"/>
                <a:ea typeface="Inter"/>
                <a:cs typeface="Inter"/>
              </a:defRPr>
            </a:lvl9pPr>
          </a:lstStyle>
          <a:p xmlns:a="http://schemas.openxmlformats.org/drawingml/2006/main">
            <a:pPr>
              <a:defRPr sz="1800" b="1">
                <a:solidFill>
                  <a:srgbClr val="006DB6"/>
                </a:solidFill>
                <a:latin typeface="Inter"/>
                <a:ea typeface="Inter"/>
                <a:cs typeface="Inter"/>
              </a:defRPr>
            </a:pPr>
            <a:r>
              <a:rPr sz="1800" b="1">
                <a:solidFill>
                  <a:srgbClr val="006DB6"/>
                </a:solidFill>
                <a:latin typeface="Inter"/>
                <a:ea typeface="Inter"/>
                <a:cs typeface="Inter"/>
              </a:rPr>
              <a:t>El POS conserva su modelo. La nueva integración valida equivalencias, reglas y capacidades del ERP.</a:t>
            </a:r>
          </a:p>
        </p:txBody>
      </p:sp>
      <p:sp>
        <p:nvSpPr>
          <p:cNvPr id="32" name="">
            <a:extLst xmlns:a="http://schemas.openxmlformats.org/drawingml/2006/main">
              <a:ext uri="{FF2B5EF4-FFF2-40B4-BE49-F238E27FC236}">
                <a16:creationId xmlns:a16="http://schemas.microsoft.com/office/drawing/2014/main" id="{00D6734F-EAA0-49C1-8486-BC59D29A04C9}"/>
              </a:ext>
            </a:extLst>
          </p:cNvPr>
          <p:cNvSpPr>
            <a:spLocks xmlns:a="http://schemas.openxmlformats.org/drawingml/2006/main" noGrp="1"/>
          </p:cNvSpPr>
          <p:nvPr/>
        </p:nvSpPr>
        <p:spPr>
          <a:xfrm xmlns:a="http://schemas.openxmlformats.org/drawingml/2006/main">
            <a:off x="609600" y="5610225"/>
            <a:ext cx="10972800" cy="29527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3" name="Preparar mapeos  /  pilotar por ámbito  /  concili">
            <a:extLst xmlns:a="http://schemas.openxmlformats.org/drawingml/2006/main">
              <a:ext uri="{FF2B5EF4-FFF2-40B4-BE49-F238E27FC236}">
                <a16:creationId xmlns:a16="http://schemas.microsoft.com/office/drawing/2014/main" id="{0E0E1846-F5A2-4FB3-9BAA-5951E599ABDC}"/>
              </a:ext>
            </a:extLst>
          </p:cNvPr>
          <p:cNvSpPr>
            <a:spLocks xmlns:a="http://schemas.openxmlformats.org/drawingml/2006/main" noGrp="1"/>
          </p:cNvSpPr>
          <p:nvPr/>
        </p:nvSpPr>
        <p:spPr>
          <a:xfrm xmlns:a="http://schemas.openxmlformats.org/drawingml/2006/main">
            <a:off x="742950" y="5648325"/>
            <a:ext cx="10706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Preparar mapeos  /  pilotar por ámbito  /  conciliar pendientes  /  retirar el conector anterior</a:t>
            </a:r>
          </a:p>
        </p:txBody>
      </p:sp>
      <p:sp>
        <p:nvSpPr>
          <p:cNvPr id="34" name="">
            <a:extLst xmlns:a="http://schemas.openxmlformats.org/drawingml/2006/main">
              <a:ext uri="{FF2B5EF4-FFF2-40B4-BE49-F238E27FC236}">
                <a16:creationId xmlns:a16="http://schemas.microsoft.com/office/drawing/2014/main" id="{72ED4407-44C0-425B-BF98-1EB1702C61A2}"/>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35" name="Menor impacto esperado en el núcleo; cambios sujet">
            <a:extLst xmlns:a="http://schemas.openxmlformats.org/drawingml/2006/main">
              <a:ext uri="{FF2B5EF4-FFF2-40B4-BE49-F238E27FC236}">
                <a16:creationId xmlns:a16="http://schemas.microsoft.com/office/drawing/2014/main" id="{1CDCE0D6-A10E-4BC7-B49D-74BDB134CB50}"/>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Menor impacto esperado en el núcleo; cambios sujetos a validación. Producto ERP, alojamiento y calendario por definir.</a:t>
            </a:r>
          </a:p>
        </p:txBody>
      </p:sp>
    </p:spTree>
    <p:extLst>
      <p:ext uri="{BB962C8B-B14F-4D97-AF65-F5344CB8AC3E}">
        <p14:creationId xmlns:p14="http://schemas.microsoft.com/office/powerpoint/2010/main" val="14982072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25715B0C-0B3B-4076-9366-BACFC77B7F3D}"/>
              </a:ext>
            </a:extLst>
          </p:cNvPr>
          <p:cNvPicPr>
            <a:picLocks xmlns:a="http://schemas.openxmlformats.org/drawingml/2006/main" noChangeAspect="1"/>
          </p:cNvPicPr>
          <p:nvPr/>
        </p:nvPicPr>
        <p:blipFill>
          <a:blip xmlns:r="http://schemas.openxmlformats.org/officeDocument/2006/relationships" xmlns:a="http://schemas.openxmlformats.org/drawingml/2006/main" r:embed="R7003269e8e214e3e">
            <a:extLst>
              <a:ext uri="{96DAC541-7B7A-43D3-8B79-37D633B846F1}">
                <asvg:svgBlip xmlns:asvg="http://schemas.microsoft.com/office/drawing/2016/SVG/main" r:embed="R24c0943e11c846b5"/>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ESTRATEGIA DE ENTREGA FUNCIONAL">
            <a:extLst xmlns:a="http://schemas.openxmlformats.org/drawingml/2006/main">
              <a:ext uri="{FF2B5EF4-FFF2-40B4-BE49-F238E27FC236}">
                <a16:creationId xmlns:a16="http://schemas.microsoft.com/office/drawing/2014/main" id="{02EB24B6-1FE0-43D2-BCCF-6A951CAE309E}"/>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ESTRATEGIA DE ENTREGA FUNCIONAL</a:t>
            </a:r>
          </a:p>
        </p:txBody>
      </p:sp>
      <p:sp>
        <p:nvSpPr>
          <p:cNvPr id="3" name="De la demostración al producto">
            <a:extLst xmlns:a="http://schemas.openxmlformats.org/drawingml/2006/main">
              <a:ext uri="{FF2B5EF4-FFF2-40B4-BE49-F238E27FC236}">
                <a16:creationId xmlns:a16="http://schemas.microsoft.com/office/drawing/2014/main" id="{080ED22D-305A-42B6-86C9-08DFC32BBC0F}"/>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De la demostración al producto</a:t>
            </a:r>
          </a:p>
        </p:txBody>
      </p:sp>
      <p:sp>
        <p:nvSpPr>
          <p:cNvPr id="4" name="">
            <a:extLst xmlns:a="http://schemas.openxmlformats.org/drawingml/2006/main">
              <a:ext uri="{FF2B5EF4-FFF2-40B4-BE49-F238E27FC236}">
                <a16:creationId xmlns:a16="http://schemas.microsoft.com/office/drawing/2014/main" id="{657EFB5E-7A53-4326-A903-80F74D9E4994}"/>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08AAA2E0-11B6-4592-BFB4-BDADF9EC2531}"/>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11 / 16">
            <a:extLst xmlns:a="http://schemas.openxmlformats.org/drawingml/2006/main">
              <a:ext uri="{FF2B5EF4-FFF2-40B4-BE49-F238E27FC236}">
                <a16:creationId xmlns:a16="http://schemas.microsoft.com/office/drawing/2014/main" id="{C094B980-011C-415D-B92A-A45953CA3326}"/>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11 / 16</a:t>
            </a:r>
          </a:p>
        </p:txBody>
      </p:sp>
      <p:sp>
        <p:nvSpPr>
          <p:cNvPr id="7" name="">
            <a:extLst xmlns:a="http://schemas.openxmlformats.org/drawingml/2006/main">
              <a:ext uri="{FF2B5EF4-FFF2-40B4-BE49-F238E27FC236}">
                <a16:creationId xmlns:a16="http://schemas.microsoft.com/office/drawing/2014/main" id="{2B1F906B-3B9E-4442-A100-507C71D9ED1A}"/>
              </a:ext>
            </a:extLst>
          </p:cNvPr>
          <p:cNvSpPr>
            <a:spLocks xmlns:a="http://schemas.openxmlformats.org/drawingml/2006/main" noGrp="1"/>
          </p:cNvSpPr>
          <p:nvPr/>
        </p:nvSpPr>
        <p:spPr>
          <a:xfrm xmlns:a="http://schemas.openxmlformats.org/drawingml/2006/main">
            <a:off x="609600" y="2238375"/>
            <a:ext cx="3505200" cy="21907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9713D2-B079-40F5-863E-22EAFBCD17D2}"/>
              </a:ext>
            </a:extLst>
          </p:cNvPr>
          <p:cNvSpPr>
            <a:spLocks xmlns:a="http://schemas.openxmlformats.org/drawingml/2006/main" noGrp="1"/>
          </p:cNvSpPr>
          <p:nvPr/>
        </p:nvSpPr>
        <p:spPr>
          <a:xfrm xmlns:a="http://schemas.openxmlformats.org/drawingml/2006/main">
            <a:off x="609600" y="2238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9" name="Punto de partida">
            <a:extLst xmlns:a="http://schemas.openxmlformats.org/drawingml/2006/main">
              <a:ext uri="{FF2B5EF4-FFF2-40B4-BE49-F238E27FC236}">
                <a16:creationId xmlns:a16="http://schemas.microsoft.com/office/drawing/2014/main" id="{4AB4CCE7-924F-4F78-B674-76A6323DDF7D}"/>
              </a:ext>
            </a:extLst>
          </p:cNvPr>
          <p:cNvSpPr>
            <a:spLocks xmlns:a="http://schemas.openxmlformats.org/drawingml/2006/main" noGrp="1"/>
          </p:cNvSpPr>
          <p:nvPr/>
        </p:nvSpPr>
        <p:spPr>
          <a:xfrm xmlns:a="http://schemas.openxmlformats.org/drawingml/2006/main">
            <a:off x="742950" y="2305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Punto de partida</a:t>
            </a:r>
          </a:p>
        </p:txBody>
      </p:sp>
      <p:sp>
        <p:nvSpPr>
          <p:cNvPr id="10" name="Interfaz con adaptadores mock&#10;Clientes desktop y m">
            <a:extLst xmlns:a="http://schemas.openxmlformats.org/drawingml/2006/main">
              <a:ext uri="{FF2B5EF4-FFF2-40B4-BE49-F238E27FC236}">
                <a16:creationId xmlns:a16="http://schemas.microsoft.com/office/drawing/2014/main" id="{36DE0D90-679E-4949-A18C-FB1433416FC2}"/>
              </a:ext>
            </a:extLst>
          </p:cNvPr>
          <p:cNvSpPr>
            <a:spLocks xmlns:a="http://schemas.openxmlformats.org/drawingml/2006/main" noGrp="1"/>
          </p:cNvSpPr>
          <p:nvPr/>
        </p:nvSpPr>
        <p:spPr>
          <a:xfrm xmlns:a="http://schemas.openxmlformats.org/drawingml/2006/main">
            <a:off x="742950" y="2819400"/>
            <a:ext cx="3238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Interfaz con adaptadores mock</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Clientes desktop y mobile</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Base técnica de APIs y workers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Negocio real por implementar</a:t>
            </a:r>
          </a:p>
        </p:txBody>
      </p:sp>
      <p:sp>
        <p:nvSpPr>
          <p:cNvPr id="11" name="">
            <a:extLst xmlns:a="http://schemas.openxmlformats.org/drawingml/2006/main">
              <a:ext uri="{FF2B5EF4-FFF2-40B4-BE49-F238E27FC236}">
                <a16:creationId xmlns:a16="http://schemas.microsoft.com/office/drawing/2014/main" id="{A1A679E8-6E01-4BFE-8990-836D433FD665}"/>
              </a:ext>
            </a:extLst>
          </p:cNvPr>
          <p:cNvSpPr>
            <a:spLocks xmlns:a="http://schemas.openxmlformats.org/drawingml/2006/main" noGrp="1"/>
          </p:cNvSpPr>
          <p:nvPr/>
        </p:nvSpPr>
        <p:spPr>
          <a:xfrm xmlns:a="http://schemas.openxmlformats.org/drawingml/2006/main">
            <a:off x="4343400" y="2238375"/>
            <a:ext cx="3505200" cy="21907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F13F58-285B-4D66-99AA-E7D5A64A3169}"/>
              </a:ext>
            </a:extLst>
          </p:cNvPr>
          <p:cNvSpPr>
            <a:spLocks xmlns:a="http://schemas.openxmlformats.org/drawingml/2006/main" noGrp="1"/>
          </p:cNvSpPr>
          <p:nvPr/>
        </p:nvSpPr>
        <p:spPr>
          <a:xfrm xmlns:a="http://schemas.openxmlformats.org/drawingml/2006/main">
            <a:off x="4343400" y="2238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3" name="Primera entrega útil">
            <a:extLst xmlns:a="http://schemas.openxmlformats.org/drawingml/2006/main">
              <a:ext uri="{FF2B5EF4-FFF2-40B4-BE49-F238E27FC236}">
                <a16:creationId xmlns:a16="http://schemas.microsoft.com/office/drawing/2014/main" id="{5A9AF452-1FAF-42FA-9C1E-137E8A19E00C}"/>
              </a:ext>
            </a:extLst>
          </p:cNvPr>
          <p:cNvSpPr>
            <a:spLocks xmlns:a="http://schemas.openxmlformats.org/drawingml/2006/main" noGrp="1"/>
          </p:cNvSpPr>
          <p:nvPr/>
        </p:nvSpPr>
        <p:spPr>
          <a:xfrm xmlns:a="http://schemas.openxmlformats.org/drawingml/2006/main">
            <a:off x="4476750" y="2305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Primera entrega útil</a:t>
            </a:r>
          </a:p>
        </p:txBody>
      </p:sp>
      <p:sp>
        <p:nvSpPr>
          <p:cNvPr id="14" name="Abrir caja y vender en efectivo&#10;Confirmar en Postg">
            <a:extLst xmlns:a="http://schemas.openxmlformats.org/drawingml/2006/main">
              <a:ext uri="{FF2B5EF4-FFF2-40B4-BE49-F238E27FC236}">
                <a16:creationId xmlns:a16="http://schemas.microsoft.com/office/drawing/2014/main" id="{2F84F492-6A1E-4F6F-80F9-41DBC855ACFD}"/>
              </a:ext>
            </a:extLst>
          </p:cNvPr>
          <p:cNvSpPr>
            <a:spLocks xmlns:a="http://schemas.openxmlformats.org/drawingml/2006/main" noGrp="1"/>
          </p:cNvSpPr>
          <p:nvPr/>
        </p:nvSpPr>
        <p:spPr>
          <a:xfrm xmlns:a="http://schemas.openxmlformats.org/drawingml/2006/main">
            <a:off x="4476750" y="2819400"/>
            <a:ext cx="3238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Abrir caja y vender en efectivo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Confirmar en PostgreSQL</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Consultar el comprobante</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Reiniciar y recuperar la venta</a:t>
            </a:r>
          </a:p>
        </p:txBody>
      </p:sp>
      <p:sp>
        <p:nvSpPr>
          <p:cNvPr id="15" name="">
            <a:extLst xmlns:a="http://schemas.openxmlformats.org/drawingml/2006/main">
              <a:ext uri="{FF2B5EF4-FFF2-40B4-BE49-F238E27FC236}">
                <a16:creationId xmlns:a16="http://schemas.microsoft.com/office/drawing/2014/main" id="{428406C8-0FB1-4994-83F5-5E5447BA7F1D}"/>
              </a:ext>
            </a:extLst>
          </p:cNvPr>
          <p:cNvSpPr>
            <a:spLocks xmlns:a="http://schemas.openxmlformats.org/drawingml/2006/main" noGrp="1"/>
          </p:cNvSpPr>
          <p:nvPr/>
        </p:nvSpPr>
        <p:spPr>
          <a:xfrm xmlns:a="http://schemas.openxmlformats.org/drawingml/2006/main">
            <a:off x="8077200" y="2238375"/>
            <a:ext cx="3505200" cy="21907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07C5CB6-1162-4E09-ADD3-48DC26CFA575}"/>
              </a:ext>
            </a:extLst>
          </p:cNvPr>
          <p:cNvSpPr>
            <a:spLocks xmlns:a="http://schemas.openxmlformats.org/drawingml/2006/main" noGrp="1"/>
          </p:cNvSpPr>
          <p:nvPr/>
        </p:nvSpPr>
        <p:spPr>
          <a:xfrm xmlns:a="http://schemas.openxmlformats.org/drawingml/2006/main">
            <a:off x="8077200" y="2238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7" name="Criterio de avance">
            <a:extLst xmlns:a="http://schemas.openxmlformats.org/drawingml/2006/main">
              <a:ext uri="{FF2B5EF4-FFF2-40B4-BE49-F238E27FC236}">
                <a16:creationId xmlns:a16="http://schemas.microsoft.com/office/drawing/2014/main" id="{C65254BC-43EE-41CB-B971-6B563857B66B}"/>
              </a:ext>
            </a:extLst>
          </p:cNvPr>
          <p:cNvSpPr>
            <a:spLocks xmlns:a="http://schemas.openxmlformats.org/drawingml/2006/main" noGrp="1"/>
          </p:cNvSpPr>
          <p:nvPr/>
        </p:nvSpPr>
        <p:spPr>
          <a:xfrm xmlns:a="http://schemas.openxmlformats.org/drawingml/2006/main">
            <a:off x="8210550" y="2305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Criterio de avance</a:t>
            </a:r>
          </a:p>
        </p:txBody>
      </p:sp>
      <p:sp>
        <p:nvSpPr>
          <p:cNvPr id="18" name="Recorrido completo y reproducible&#10;Reglas y permiso">
            <a:extLst xmlns:a="http://schemas.openxmlformats.org/drawingml/2006/main">
              <a:ext uri="{FF2B5EF4-FFF2-40B4-BE49-F238E27FC236}">
                <a16:creationId xmlns:a16="http://schemas.microsoft.com/office/drawing/2014/main" id="{DC9D95E4-292D-4912-AD0B-34ABF5BD6472}"/>
              </a:ext>
            </a:extLst>
          </p:cNvPr>
          <p:cNvSpPr>
            <a:spLocks xmlns:a="http://schemas.openxmlformats.org/drawingml/2006/main" noGrp="1"/>
          </p:cNvSpPr>
          <p:nvPr/>
        </p:nvSpPr>
        <p:spPr>
          <a:xfrm xmlns:a="http://schemas.openxmlformats.org/drawingml/2006/main">
            <a:off x="8210550" y="2819400"/>
            <a:ext cx="3238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Recorrido completo y reproducible</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Reglas y permisos comprobados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Errores y recuperación visibles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Aceptación del caso de negocio</a:t>
            </a:r>
          </a:p>
        </p:txBody>
      </p:sp>
      <p:sp>
        <p:nvSpPr>
          <p:cNvPr id="19" name="">
            <a:extLst xmlns:a="http://schemas.openxmlformats.org/drawingml/2006/main">
              <a:ext uri="{FF2B5EF4-FFF2-40B4-BE49-F238E27FC236}">
                <a16:creationId xmlns:a16="http://schemas.microsoft.com/office/drawing/2014/main" id="{06C336B6-4BC1-4F47-831B-564C1A17CAEF}"/>
              </a:ext>
            </a:extLst>
          </p:cNvPr>
          <p:cNvSpPr>
            <a:spLocks xmlns:a="http://schemas.openxmlformats.org/drawingml/2006/main" noGrp="1"/>
          </p:cNvSpPr>
          <p:nvPr/>
        </p:nvSpPr>
        <p:spPr>
          <a:xfrm xmlns:a="http://schemas.openxmlformats.org/drawingml/2006/main">
            <a:off x="609600" y="4667250"/>
            <a:ext cx="10972800" cy="11620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0" name="Un incremento funcional">
            <a:extLst xmlns:a="http://schemas.openxmlformats.org/drawingml/2006/main">
              <a:ext uri="{FF2B5EF4-FFF2-40B4-BE49-F238E27FC236}">
                <a16:creationId xmlns:a16="http://schemas.microsoft.com/office/drawing/2014/main" id="{9F454AB4-C0DD-41C5-AAA3-58EF3DEC9CE1}"/>
              </a:ext>
            </a:extLst>
          </p:cNvPr>
          <p:cNvSpPr>
            <a:spLocks xmlns:a="http://schemas.openxmlformats.org/drawingml/2006/main" noGrp="1"/>
          </p:cNvSpPr>
          <p:nvPr/>
        </p:nvSpPr>
        <p:spPr>
          <a:xfrm xmlns:a="http://schemas.openxmlformats.org/drawingml/2006/main">
            <a:off x="762000" y="48101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6DB6"/>
                </a:solidFill>
                <a:latin typeface="Inter"/>
                <a:ea typeface="Inter"/>
                <a:cs typeface="Inter"/>
              </a:defRPr>
            </a:defPPr>
            <a:lvl1pPr>
              <a:defRPr sz="1875" b="1">
                <a:solidFill>
                  <a:srgbClr val="006DB6"/>
                </a:solidFill>
                <a:latin typeface="Inter"/>
                <a:ea typeface="Inter"/>
                <a:cs typeface="Inter"/>
              </a:defRPr>
            </a:lvl1pPr>
            <a:lvl2pPr>
              <a:defRPr sz="1875" b="1">
                <a:solidFill>
                  <a:srgbClr val="006DB6"/>
                </a:solidFill>
                <a:latin typeface="Inter"/>
                <a:ea typeface="Inter"/>
                <a:cs typeface="Inter"/>
              </a:defRPr>
            </a:lvl2pPr>
            <a:lvl3pPr>
              <a:defRPr sz="1875" b="1">
                <a:solidFill>
                  <a:srgbClr val="006DB6"/>
                </a:solidFill>
                <a:latin typeface="Inter"/>
                <a:ea typeface="Inter"/>
                <a:cs typeface="Inter"/>
              </a:defRPr>
            </a:lvl3pPr>
            <a:lvl4pPr>
              <a:defRPr sz="1875" b="1">
                <a:solidFill>
                  <a:srgbClr val="006DB6"/>
                </a:solidFill>
                <a:latin typeface="Inter"/>
                <a:ea typeface="Inter"/>
                <a:cs typeface="Inter"/>
              </a:defRPr>
            </a:lvl4pPr>
            <a:lvl5pPr>
              <a:defRPr sz="1875" b="1">
                <a:solidFill>
                  <a:srgbClr val="006DB6"/>
                </a:solidFill>
                <a:latin typeface="Inter"/>
                <a:ea typeface="Inter"/>
                <a:cs typeface="Inter"/>
              </a:defRPr>
            </a:lvl5pPr>
            <a:lvl6pPr>
              <a:defRPr sz="1875" b="1">
                <a:solidFill>
                  <a:srgbClr val="006DB6"/>
                </a:solidFill>
                <a:latin typeface="Inter"/>
                <a:ea typeface="Inter"/>
                <a:cs typeface="Inter"/>
              </a:defRPr>
            </a:lvl6pPr>
            <a:lvl7pPr>
              <a:defRPr sz="1875" b="1">
                <a:solidFill>
                  <a:srgbClr val="006DB6"/>
                </a:solidFill>
                <a:latin typeface="Inter"/>
                <a:ea typeface="Inter"/>
                <a:cs typeface="Inter"/>
              </a:defRPr>
            </a:lvl7pPr>
            <a:lvl8pPr>
              <a:defRPr sz="1875" b="1">
                <a:solidFill>
                  <a:srgbClr val="006DB6"/>
                </a:solidFill>
                <a:latin typeface="Inter"/>
                <a:ea typeface="Inter"/>
                <a:cs typeface="Inter"/>
              </a:defRPr>
            </a:lvl8pPr>
            <a:lvl9pPr>
              <a:defRPr sz="1875" b="1">
                <a:solidFill>
                  <a:srgbClr val="006DB6"/>
                </a:solidFill>
                <a:latin typeface="Inter"/>
                <a:ea typeface="Inter"/>
                <a:cs typeface="Inter"/>
              </a:defRPr>
            </a:lvl9pPr>
          </a:lstStyle>
          <a:p xmlns:a="http://schemas.openxmlformats.org/drawingml/2006/main">
            <a:pPr>
              <a:defRPr sz="1875" b="1">
                <a:solidFill>
                  <a:srgbClr val="006DB6"/>
                </a:solidFill>
                <a:latin typeface="Inter"/>
                <a:ea typeface="Inter"/>
                <a:cs typeface="Inter"/>
              </a:defRPr>
            </a:pPr>
            <a:r>
              <a:rPr sz="1875" b="1">
                <a:solidFill>
                  <a:srgbClr val="006DB6"/>
                </a:solidFill>
                <a:latin typeface="Inter"/>
                <a:ea typeface="Inter"/>
                <a:cs typeface="Inter"/>
              </a:rPr>
              <a:t>Un incremento funcional</a:t>
            </a:r>
          </a:p>
        </p:txBody>
      </p:sp>
      <p:sp>
        <p:nvSpPr>
          <p:cNvPr id="21" name="Interfaz + caso de uso + datos + pruebas + diagnós">
            <a:extLst xmlns:a="http://schemas.openxmlformats.org/drawingml/2006/main">
              <a:ext uri="{FF2B5EF4-FFF2-40B4-BE49-F238E27FC236}">
                <a16:creationId xmlns:a16="http://schemas.microsoft.com/office/drawing/2014/main" id="{59225C4B-ED83-40F5-BE53-173614667416}"/>
              </a:ext>
            </a:extLst>
          </p:cNvPr>
          <p:cNvSpPr>
            <a:spLocks xmlns:a="http://schemas.openxmlformats.org/drawingml/2006/main" noGrp="1"/>
          </p:cNvSpPr>
          <p:nvPr/>
        </p:nvSpPr>
        <p:spPr>
          <a:xfrm xmlns:a="http://schemas.openxmlformats.org/drawingml/2006/main">
            <a:off x="4038600" y="4829175"/>
            <a:ext cx="733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4383E"/>
                </a:solidFill>
                <a:latin typeface="Inter"/>
                <a:ea typeface="Inter"/>
                <a:cs typeface="Inter"/>
              </a:defRPr>
            </a:defPPr>
            <a:lvl1pPr>
              <a:defRPr sz="1800" b="1">
                <a:solidFill>
                  <a:srgbClr val="34383E"/>
                </a:solidFill>
                <a:latin typeface="Inter"/>
                <a:ea typeface="Inter"/>
                <a:cs typeface="Inter"/>
              </a:defRPr>
            </a:lvl1pPr>
            <a:lvl2pPr>
              <a:defRPr sz="1800" b="1">
                <a:solidFill>
                  <a:srgbClr val="34383E"/>
                </a:solidFill>
                <a:latin typeface="Inter"/>
                <a:ea typeface="Inter"/>
                <a:cs typeface="Inter"/>
              </a:defRPr>
            </a:lvl2pPr>
            <a:lvl3pPr>
              <a:defRPr sz="1800" b="1">
                <a:solidFill>
                  <a:srgbClr val="34383E"/>
                </a:solidFill>
                <a:latin typeface="Inter"/>
                <a:ea typeface="Inter"/>
                <a:cs typeface="Inter"/>
              </a:defRPr>
            </a:lvl3pPr>
            <a:lvl4pPr>
              <a:defRPr sz="1800" b="1">
                <a:solidFill>
                  <a:srgbClr val="34383E"/>
                </a:solidFill>
                <a:latin typeface="Inter"/>
                <a:ea typeface="Inter"/>
                <a:cs typeface="Inter"/>
              </a:defRPr>
            </a:lvl4pPr>
            <a:lvl5pPr>
              <a:defRPr sz="1800" b="1">
                <a:solidFill>
                  <a:srgbClr val="34383E"/>
                </a:solidFill>
                <a:latin typeface="Inter"/>
                <a:ea typeface="Inter"/>
                <a:cs typeface="Inter"/>
              </a:defRPr>
            </a:lvl5pPr>
            <a:lvl6pPr>
              <a:defRPr sz="1800" b="1">
                <a:solidFill>
                  <a:srgbClr val="34383E"/>
                </a:solidFill>
                <a:latin typeface="Inter"/>
                <a:ea typeface="Inter"/>
                <a:cs typeface="Inter"/>
              </a:defRPr>
            </a:lvl6pPr>
            <a:lvl7pPr>
              <a:defRPr sz="1800" b="1">
                <a:solidFill>
                  <a:srgbClr val="34383E"/>
                </a:solidFill>
                <a:latin typeface="Inter"/>
                <a:ea typeface="Inter"/>
                <a:cs typeface="Inter"/>
              </a:defRPr>
            </a:lvl7pPr>
            <a:lvl8pPr>
              <a:defRPr sz="1800" b="1">
                <a:solidFill>
                  <a:srgbClr val="34383E"/>
                </a:solidFill>
                <a:latin typeface="Inter"/>
                <a:ea typeface="Inter"/>
                <a:cs typeface="Inter"/>
              </a:defRPr>
            </a:lvl8pPr>
            <a:lvl9pPr>
              <a:defRPr sz="1800" b="1">
                <a:solidFill>
                  <a:srgbClr val="34383E"/>
                </a:solidFill>
                <a:latin typeface="Inter"/>
                <a:ea typeface="Inter"/>
                <a:cs typeface="Inter"/>
              </a:defRPr>
            </a:lvl9pPr>
          </a:lstStyle>
          <a:p xmlns:a="http://schemas.openxmlformats.org/drawingml/2006/main">
            <a:pPr>
              <a:defRPr sz="1800" b="1">
                <a:solidFill>
                  <a:srgbClr val="34383E"/>
                </a:solidFill>
                <a:latin typeface="Inter"/>
                <a:ea typeface="Inter"/>
                <a:cs typeface="Inter"/>
              </a:defRPr>
            </a:pPr>
            <a:r>
              <a:rPr sz="1800" b="1">
                <a:solidFill>
                  <a:srgbClr val="34383E"/>
                </a:solidFill>
                <a:latin typeface="Inter"/>
                <a:ea typeface="Inter"/>
                <a:cs typeface="Inter"/>
              </a:rPr>
              <a:t>Interfaz + caso de uso + datos + pruebas + diagnóstico</a:t>
            </a:r>
          </a:p>
        </p:txBody>
      </p:sp>
      <p:sp>
        <p:nvSpPr>
          <p:cNvPr id="22" name="La base técnica se construye con el recorrido que ">
            <a:extLst xmlns:a="http://schemas.openxmlformats.org/drawingml/2006/main">
              <a:ext uri="{FF2B5EF4-FFF2-40B4-BE49-F238E27FC236}">
                <a16:creationId xmlns:a16="http://schemas.microsoft.com/office/drawing/2014/main" id="{A070D925-260F-4DD2-8F46-7539A7CBEFC1}"/>
              </a:ext>
            </a:extLst>
          </p:cNvPr>
          <p:cNvSpPr>
            <a:spLocks xmlns:a="http://schemas.openxmlformats.org/drawingml/2006/main" noGrp="1"/>
          </p:cNvSpPr>
          <p:nvPr/>
        </p:nvSpPr>
        <p:spPr>
          <a:xfrm xmlns:a="http://schemas.openxmlformats.org/drawingml/2006/main">
            <a:off x="4038600" y="5267325"/>
            <a:ext cx="733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La base técnica se construye con el recorrido que la necesita. Cada demo distingue simuladores, sandbox e integración real.</a:t>
            </a:r>
          </a:p>
        </p:txBody>
      </p:sp>
      <p:sp>
        <p:nvSpPr>
          <p:cNvPr id="23" name="">
            <a:extLst xmlns:a="http://schemas.openxmlformats.org/drawingml/2006/main">
              <a:ext uri="{FF2B5EF4-FFF2-40B4-BE49-F238E27FC236}">
                <a16:creationId xmlns:a16="http://schemas.microsoft.com/office/drawing/2014/main" id="{C85DDBC8-9E27-474F-BB53-27ECBD670D1D}"/>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24" name="Hipótesis inicial: Chile y escritorio. Alcance móv">
            <a:extLst xmlns:a="http://schemas.openxmlformats.org/drawingml/2006/main">
              <a:ext uri="{FF2B5EF4-FFF2-40B4-BE49-F238E27FC236}">
                <a16:creationId xmlns:a16="http://schemas.microsoft.com/office/drawing/2014/main" id="{55F23E39-CD76-4831-8D7B-0CD05C9856A1}"/>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Hipótesis inicial: Chile y escritorio. Alcance móvil, primer local y orden de países se acuerdan con producto y operaciones.</a:t>
            </a:r>
          </a:p>
        </p:txBody>
      </p:sp>
    </p:spTree>
    <p:extLst>
      <p:ext uri="{BB962C8B-B14F-4D97-AF65-F5344CB8AC3E}">
        <p14:creationId xmlns:p14="http://schemas.microsoft.com/office/powerpoint/2010/main" val="5782790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0547CDF9-D6B9-4354-BCD6-F20E7707ED96}"/>
              </a:ext>
            </a:extLst>
          </p:cNvPr>
          <p:cNvPicPr>
            <a:picLocks xmlns:a="http://schemas.openxmlformats.org/drawingml/2006/main" noChangeAspect="1"/>
          </p:cNvPicPr>
          <p:nvPr/>
        </p:nvPicPr>
        <p:blipFill>
          <a:blip xmlns:r="http://schemas.openxmlformats.org/officeDocument/2006/relationships" xmlns:a="http://schemas.openxmlformats.org/drawingml/2006/main" r:embed="Rd6c96e08a4eb448a">
            <a:extLst>
              <a:ext uri="{96DAC541-7B7A-43D3-8B79-37D633B846F1}">
                <asvg:svgBlip xmlns:asvg="http://schemas.microsoft.com/office/drawing/2016/SVG/main" r:embed="R99c4e3a404684717"/>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SEIS FASES CON RESULTADOS DEMOSTRABLES">
            <a:extLst xmlns:a="http://schemas.openxmlformats.org/drawingml/2006/main">
              <a:ext uri="{FF2B5EF4-FFF2-40B4-BE49-F238E27FC236}">
                <a16:creationId xmlns:a16="http://schemas.microsoft.com/office/drawing/2014/main" id="{7C55CAD5-930A-4689-BC3D-8CF5A07974F2}"/>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SEIS FASES CON RESULTADOS DEMOSTRABLES</a:t>
            </a:r>
          </a:p>
        </p:txBody>
      </p:sp>
      <p:sp>
        <p:nvSpPr>
          <p:cNvPr id="3" name="Roadmap por funcionalidades">
            <a:extLst xmlns:a="http://schemas.openxmlformats.org/drawingml/2006/main">
              <a:ext uri="{FF2B5EF4-FFF2-40B4-BE49-F238E27FC236}">
                <a16:creationId xmlns:a16="http://schemas.microsoft.com/office/drawing/2014/main" id="{2419F60D-229A-4AE2-8121-3A8BBBBE3427}"/>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Roadmap por funcionalidades</a:t>
            </a:r>
          </a:p>
        </p:txBody>
      </p:sp>
      <p:sp>
        <p:nvSpPr>
          <p:cNvPr id="4" name="">
            <a:extLst xmlns:a="http://schemas.openxmlformats.org/drawingml/2006/main">
              <a:ext uri="{FF2B5EF4-FFF2-40B4-BE49-F238E27FC236}">
                <a16:creationId xmlns:a16="http://schemas.microsoft.com/office/drawing/2014/main" id="{4C2331DA-1401-4ADE-983F-054F73BA2274}"/>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A2EC4F50-22D2-4BC2-A78B-16B777FB12C4}"/>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12 / 16">
            <a:extLst xmlns:a="http://schemas.openxmlformats.org/drawingml/2006/main">
              <a:ext uri="{FF2B5EF4-FFF2-40B4-BE49-F238E27FC236}">
                <a16:creationId xmlns:a16="http://schemas.microsoft.com/office/drawing/2014/main" id="{4E85C51E-7442-4FA4-B3DF-5407EA33EFF3}"/>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12 / 16</a:t>
            </a:r>
          </a:p>
        </p:txBody>
      </p:sp>
      <p:sp>
        <p:nvSpPr>
          <p:cNvPr id="7" name="">
            <a:extLst xmlns:a="http://schemas.openxmlformats.org/drawingml/2006/main">
              <a:ext uri="{FF2B5EF4-FFF2-40B4-BE49-F238E27FC236}">
                <a16:creationId xmlns:a16="http://schemas.microsoft.com/office/drawing/2014/main" id="{FB2DD1C7-838A-408B-BFA0-488A963127C7}"/>
              </a:ext>
            </a:extLst>
          </p:cNvPr>
          <p:cNvSpPr>
            <a:spLocks xmlns:a="http://schemas.openxmlformats.org/drawingml/2006/main" noGrp="1"/>
          </p:cNvSpPr>
          <p:nvPr/>
        </p:nvSpPr>
        <p:spPr>
          <a:xfrm xmlns:a="http://schemas.openxmlformats.org/drawingml/2006/main">
            <a:off x="609600" y="2238375"/>
            <a:ext cx="3505200" cy="1571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A684F4-2335-4425-AA2A-C3CA282ECD45}"/>
              </a:ext>
            </a:extLst>
          </p:cNvPr>
          <p:cNvSpPr>
            <a:spLocks xmlns:a="http://schemas.openxmlformats.org/drawingml/2006/main" noGrp="1"/>
          </p:cNvSpPr>
          <p:nvPr/>
        </p:nvSpPr>
        <p:spPr>
          <a:xfrm xmlns:a="http://schemas.openxmlformats.org/drawingml/2006/main">
            <a:off x="609600" y="2238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9" name="01 / Venta persistida">
            <a:extLst xmlns:a="http://schemas.openxmlformats.org/drawingml/2006/main">
              <a:ext uri="{FF2B5EF4-FFF2-40B4-BE49-F238E27FC236}">
                <a16:creationId xmlns:a16="http://schemas.microsoft.com/office/drawing/2014/main" id="{74EE1C6F-3A85-4531-B198-8964ADC688F5}"/>
              </a:ext>
            </a:extLst>
          </p:cNvPr>
          <p:cNvSpPr>
            <a:spLocks xmlns:a="http://schemas.openxmlformats.org/drawingml/2006/main" noGrp="1"/>
          </p:cNvSpPr>
          <p:nvPr/>
        </p:nvSpPr>
        <p:spPr>
          <a:xfrm xmlns:a="http://schemas.openxmlformats.org/drawingml/2006/main">
            <a:off x="742950" y="2305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01 / Venta persistida</a:t>
            </a:r>
          </a:p>
        </p:txBody>
      </p:sp>
      <p:sp>
        <p:nvSpPr>
          <p:cNvPr id="10" name="Abrir caja, vender en efectivo&#10;y recuperar la oper">
            <a:extLst xmlns:a="http://schemas.openxmlformats.org/drawingml/2006/main">
              <a:ext uri="{FF2B5EF4-FFF2-40B4-BE49-F238E27FC236}">
                <a16:creationId xmlns:a16="http://schemas.microsoft.com/office/drawing/2014/main" id="{EAE21E17-C655-44DE-9C2A-E89FB59EBDA6}"/>
              </a:ext>
            </a:extLst>
          </p:cNvPr>
          <p:cNvSpPr>
            <a:spLocks xmlns:a="http://schemas.openxmlformats.org/drawingml/2006/main" noGrp="1"/>
          </p:cNvSpPr>
          <p:nvPr/>
        </p:nvSpPr>
        <p:spPr>
          <a:xfrm xmlns:a="http://schemas.openxmlformats.org/drawingml/2006/main">
            <a:off x="742950" y="2819400"/>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Abrir caja, vender en efectivo</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y recuperar la operación.</a:t>
            </a:r>
          </a:p>
        </p:txBody>
      </p:sp>
      <p:sp>
        <p:nvSpPr>
          <p:cNvPr id="11" name="">
            <a:extLst xmlns:a="http://schemas.openxmlformats.org/drawingml/2006/main">
              <a:ext uri="{FF2B5EF4-FFF2-40B4-BE49-F238E27FC236}">
                <a16:creationId xmlns:a16="http://schemas.microsoft.com/office/drawing/2014/main" id="{E12C404C-4875-4646-9431-84F426D4304A}"/>
              </a:ext>
            </a:extLst>
          </p:cNvPr>
          <p:cNvSpPr>
            <a:spLocks xmlns:a="http://schemas.openxmlformats.org/drawingml/2006/main" noGrp="1"/>
          </p:cNvSpPr>
          <p:nvPr/>
        </p:nvSpPr>
        <p:spPr>
          <a:xfrm xmlns:a="http://schemas.openxmlformats.org/drawingml/2006/main">
            <a:off x="4343400" y="2238375"/>
            <a:ext cx="3505200" cy="1571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E86823-BB5D-4694-91C6-F8E2D3EB6276}"/>
              </a:ext>
            </a:extLst>
          </p:cNvPr>
          <p:cNvSpPr>
            <a:spLocks xmlns:a="http://schemas.openxmlformats.org/drawingml/2006/main" noGrp="1"/>
          </p:cNvSpPr>
          <p:nvPr/>
        </p:nvSpPr>
        <p:spPr>
          <a:xfrm xmlns:a="http://schemas.openxmlformats.org/drawingml/2006/main">
            <a:off x="4343400" y="2238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3" name="02 / Cobro y documento">
            <a:extLst xmlns:a="http://schemas.openxmlformats.org/drawingml/2006/main">
              <a:ext uri="{FF2B5EF4-FFF2-40B4-BE49-F238E27FC236}">
                <a16:creationId xmlns:a16="http://schemas.microsoft.com/office/drawing/2014/main" id="{31F2B1D7-3F1D-4756-BBA6-13B3A8A515BE}"/>
              </a:ext>
            </a:extLst>
          </p:cNvPr>
          <p:cNvSpPr>
            <a:spLocks xmlns:a="http://schemas.openxmlformats.org/drawingml/2006/main" noGrp="1"/>
          </p:cNvSpPr>
          <p:nvPr/>
        </p:nvSpPr>
        <p:spPr>
          <a:xfrm xmlns:a="http://schemas.openxmlformats.org/drawingml/2006/main">
            <a:off x="4476750" y="2305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02 / Cobro y documento</a:t>
            </a:r>
          </a:p>
        </p:txBody>
      </p:sp>
      <p:sp>
        <p:nvSpPr>
          <p:cNvPr id="14" name="Pagar con un proveedor&#10;y consultar el estado fisca">
            <a:extLst xmlns:a="http://schemas.openxmlformats.org/drawingml/2006/main">
              <a:ext uri="{FF2B5EF4-FFF2-40B4-BE49-F238E27FC236}">
                <a16:creationId xmlns:a16="http://schemas.microsoft.com/office/drawing/2014/main" id="{CA1FFFF9-3BCF-43DB-941B-53D4D8217337}"/>
              </a:ext>
            </a:extLst>
          </p:cNvPr>
          <p:cNvSpPr>
            <a:spLocks xmlns:a="http://schemas.openxmlformats.org/drawingml/2006/main" noGrp="1"/>
          </p:cNvSpPr>
          <p:nvPr/>
        </p:nvSpPr>
        <p:spPr>
          <a:xfrm xmlns:a="http://schemas.openxmlformats.org/drawingml/2006/main">
            <a:off x="4476750" y="2819400"/>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Pagar con un proveedor</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y consultar el estado fiscal.</a:t>
            </a:r>
          </a:p>
        </p:txBody>
      </p:sp>
      <p:sp>
        <p:nvSpPr>
          <p:cNvPr id="15" name="">
            <a:extLst xmlns:a="http://schemas.openxmlformats.org/drawingml/2006/main">
              <a:ext uri="{FF2B5EF4-FFF2-40B4-BE49-F238E27FC236}">
                <a16:creationId xmlns:a16="http://schemas.microsoft.com/office/drawing/2014/main" id="{C6FB1560-69BD-4D7E-A675-8AB02828897E}"/>
              </a:ext>
            </a:extLst>
          </p:cNvPr>
          <p:cNvSpPr>
            <a:spLocks xmlns:a="http://schemas.openxmlformats.org/drawingml/2006/main" noGrp="1"/>
          </p:cNvSpPr>
          <p:nvPr/>
        </p:nvSpPr>
        <p:spPr>
          <a:xfrm xmlns:a="http://schemas.openxmlformats.org/drawingml/2006/main">
            <a:off x="8077200" y="2238375"/>
            <a:ext cx="3505200" cy="1571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151EC3-0614-43DF-97CA-DE2B8D229A74}"/>
              </a:ext>
            </a:extLst>
          </p:cNvPr>
          <p:cNvSpPr>
            <a:spLocks xmlns:a="http://schemas.openxmlformats.org/drawingml/2006/main" noGrp="1"/>
          </p:cNvSpPr>
          <p:nvPr/>
        </p:nvSpPr>
        <p:spPr>
          <a:xfrm xmlns:a="http://schemas.openxmlformats.org/drawingml/2006/main">
            <a:off x="8077200" y="2238375"/>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7" name="03 / Sucursal conectada">
            <a:extLst xmlns:a="http://schemas.openxmlformats.org/drawingml/2006/main">
              <a:ext uri="{FF2B5EF4-FFF2-40B4-BE49-F238E27FC236}">
                <a16:creationId xmlns:a16="http://schemas.microsoft.com/office/drawing/2014/main" id="{F7AD9992-89B1-485A-B5C2-FE0B05D1B7AA}"/>
              </a:ext>
            </a:extLst>
          </p:cNvPr>
          <p:cNvSpPr>
            <a:spLocks xmlns:a="http://schemas.openxmlformats.org/drawingml/2006/main" noGrp="1"/>
          </p:cNvSpPr>
          <p:nvPr/>
        </p:nvSpPr>
        <p:spPr>
          <a:xfrm xmlns:a="http://schemas.openxmlformats.org/drawingml/2006/main">
            <a:off x="8210550" y="23050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03 / Sucursal conectada</a:t>
            </a:r>
          </a:p>
        </p:txBody>
      </p:sp>
      <p:sp>
        <p:nvSpPr>
          <p:cNvPr id="18" name="Desconectar WAN, reconectar&#10;y seguir el resultado ">
            <a:extLst xmlns:a="http://schemas.openxmlformats.org/drawingml/2006/main">
              <a:ext uri="{FF2B5EF4-FFF2-40B4-BE49-F238E27FC236}">
                <a16:creationId xmlns:a16="http://schemas.microsoft.com/office/drawing/2014/main" id="{F048A206-EB77-41E7-8059-547CD8707A35}"/>
              </a:ext>
            </a:extLst>
          </p:cNvPr>
          <p:cNvSpPr>
            <a:spLocks xmlns:a="http://schemas.openxmlformats.org/drawingml/2006/main" noGrp="1"/>
          </p:cNvSpPr>
          <p:nvPr/>
        </p:nvSpPr>
        <p:spPr>
          <a:xfrm xmlns:a="http://schemas.openxmlformats.org/drawingml/2006/main">
            <a:off x="8210550" y="2819400"/>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Desconectar WAN, reconectar</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y seguir el resultado ERP.</a:t>
            </a:r>
          </a:p>
        </p:txBody>
      </p:sp>
      <p:sp>
        <p:nvSpPr>
          <p:cNvPr id="19" name="">
            <a:extLst xmlns:a="http://schemas.openxmlformats.org/drawingml/2006/main">
              <a:ext uri="{FF2B5EF4-FFF2-40B4-BE49-F238E27FC236}">
                <a16:creationId xmlns:a16="http://schemas.microsoft.com/office/drawing/2014/main" id="{F257FAD1-DA6B-4642-B8A0-85EE5330DCF7}"/>
              </a:ext>
            </a:extLst>
          </p:cNvPr>
          <p:cNvSpPr>
            <a:spLocks xmlns:a="http://schemas.openxmlformats.org/drawingml/2006/main" noGrp="1"/>
          </p:cNvSpPr>
          <p:nvPr/>
        </p:nvSpPr>
        <p:spPr>
          <a:xfrm xmlns:a="http://schemas.openxmlformats.org/drawingml/2006/main">
            <a:off x="609600" y="4000500"/>
            <a:ext cx="3505200" cy="1571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FE9ED2B-0316-4AD5-A558-81C1D57DD798}"/>
              </a:ext>
            </a:extLst>
          </p:cNvPr>
          <p:cNvSpPr>
            <a:spLocks xmlns:a="http://schemas.openxmlformats.org/drawingml/2006/main" noGrp="1"/>
          </p:cNvSpPr>
          <p:nvPr/>
        </p:nvSpPr>
        <p:spPr>
          <a:xfrm xmlns:a="http://schemas.openxmlformats.org/drawingml/2006/main">
            <a:off x="609600" y="4000500"/>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1" name="04 / Jornada de tienda">
            <a:extLst xmlns:a="http://schemas.openxmlformats.org/drawingml/2006/main">
              <a:ext uri="{FF2B5EF4-FFF2-40B4-BE49-F238E27FC236}">
                <a16:creationId xmlns:a16="http://schemas.microsoft.com/office/drawing/2014/main" id="{5814D3A9-1FCA-4A6D-99BF-5B8D31952752}"/>
              </a:ext>
            </a:extLst>
          </p:cNvPr>
          <p:cNvSpPr>
            <a:spLocks xmlns:a="http://schemas.openxmlformats.org/drawingml/2006/main" noGrp="1"/>
          </p:cNvSpPr>
          <p:nvPr/>
        </p:nvSpPr>
        <p:spPr>
          <a:xfrm xmlns:a="http://schemas.openxmlformats.org/drawingml/2006/main">
            <a:off x="742950" y="406717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04 / Jornada de tienda</a:t>
            </a:r>
          </a:p>
        </p:txBody>
      </p:sp>
      <p:sp>
        <p:nvSpPr>
          <p:cNvPr id="22" name="Devolver, cobrar deuda, cerrar&#10;y conciliar la jorn">
            <a:extLst xmlns:a="http://schemas.openxmlformats.org/drawingml/2006/main">
              <a:ext uri="{FF2B5EF4-FFF2-40B4-BE49-F238E27FC236}">
                <a16:creationId xmlns:a16="http://schemas.microsoft.com/office/drawing/2014/main" id="{D3507BE0-D80E-4A3E-B473-6CECF731CCF8}"/>
              </a:ext>
            </a:extLst>
          </p:cNvPr>
          <p:cNvSpPr>
            <a:spLocks xmlns:a="http://schemas.openxmlformats.org/drawingml/2006/main" noGrp="1"/>
          </p:cNvSpPr>
          <p:nvPr/>
        </p:nvSpPr>
        <p:spPr>
          <a:xfrm xmlns:a="http://schemas.openxmlformats.org/drawingml/2006/main">
            <a:off x="742950" y="458152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Devolver, cobrar deuda, cerrar</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y conciliar la jornada.</a:t>
            </a:r>
          </a:p>
        </p:txBody>
      </p:sp>
      <p:sp>
        <p:nvSpPr>
          <p:cNvPr id="23" name="">
            <a:extLst xmlns:a="http://schemas.openxmlformats.org/drawingml/2006/main">
              <a:ext uri="{FF2B5EF4-FFF2-40B4-BE49-F238E27FC236}">
                <a16:creationId xmlns:a16="http://schemas.microsoft.com/office/drawing/2014/main" id="{D9E722FB-8017-4CC3-AE63-85DFC2089863}"/>
              </a:ext>
            </a:extLst>
          </p:cNvPr>
          <p:cNvSpPr>
            <a:spLocks xmlns:a="http://schemas.openxmlformats.org/drawingml/2006/main" noGrp="1"/>
          </p:cNvSpPr>
          <p:nvPr/>
        </p:nvSpPr>
        <p:spPr>
          <a:xfrm xmlns:a="http://schemas.openxmlformats.org/drawingml/2006/main">
            <a:off x="4343400" y="4000500"/>
            <a:ext cx="3505200" cy="1571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FE30060-B943-4477-B81E-6967FB8B06C2}"/>
              </a:ext>
            </a:extLst>
          </p:cNvPr>
          <p:cNvSpPr>
            <a:spLocks xmlns:a="http://schemas.openxmlformats.org/drawingml/2006/main" noGrp="1"/>
          </p:cNvSpPr>
          <p:nvPr/>
        </p:nvSpPr>
        <p:spPr>
          <a:xfrm xmlns:a="http://schemas.openxmlformats.org/drawingml/2006/main">
            <a:off x="4343400" y="4000500"/>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5" name="05 / Piloto controlado">
            <a:extLst xmlns:a="http://schemas.openxmlformats.org/drawingml/2006/main">
              <a:ext uri="{FF2B5EF4-FFF2-40B4-BE49-F238E27FC236}">
                <a16:creationId xmlns:a16="http://schemas.microsoft.com/office/drawing/2014/main" id="{19E67BD7-E9E5-4167-B330-EB0D6845BE9A}"/>
              </a:ext>
            </a:extLst>
          </p:cNvPr>
          <p:cNvSpPr>
            <a:spLocks xmlns:a="http://schemas.openxmlformats.org/drawingml/2006/main" noGrp="1"/>
          </p:cNvSpPr>
          <p:nvPr/>
        </p:nvSpPr>
        <p:spPr>
          <a:xfrm xmlns:a="http://schemas.openxmlformats.org/drawingml/2006/main">
            <a:off x="4476750" y="406717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05 / Piloto controlado</a:t>
            </a:r>
          </a:p>
        </p:txBody>
      </p:sp>
      <p:sp>
        <p:nvSpPr>
          <p:cNvPr id="26" name="Operar en una tienda acotada&#10;con soporte y recuper">
            <a:extLst xmlns:a="http://schemas.openxmlformats.org/drawingml/2006/main">
              <a:ext uri="{FF2B5EF4-FFF2-40B4-BE49-F238E27FC236}">
                <a16:creationId xmlns:a16="http://schemas.microsoft.com/office/drawing/2014/main" id="{C58B8642-D835-46D2-B9E2-CF4FF9585E6E}"/>
              </a:ext>
            </a:extLst>
          </p:cNvPr>
          <p:cNvSpPr>
            <a:spLocks xmlns:a="http://schemas.openxmlformats.org/drawingml/2006/main" noGrp="1"/>
          </p:cNvSpPr>
          <p:nvPr/>
        </p:nvSpPr>
        <p:spPr>
          <a:xfrm xmlns:a="http://schemas.openxmlformats.org/drawingml/2006/main">
            <a:off x="4476750" y="458152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Operar en una tienda acotada</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con soporte y recuperación.</a:t>
            </a:r>
          </a:p>
        </p:txBody>
      </p:sp>
      <p:sp>
        <p:nvSpPr>
          <p:cNvPr id="27" name="">
            <a:extLst xmlns:a="http://schemas.openxmlformats.org/drawingml/2006/main">
              <a:ext uri="{FF2B5EF4-FFF2-40B4-BE49-F238E27FC236}">
                <a16:creationId xmlns:a16="http://schemas.microsoft.com/office/drawing/2014/main" id="{26DE1A69-0733-49B3-9BDF-C8439CCC690C}"/>
              </a:ext>
            </a:extLst>
          </p:cNvPr>
          <p:cNvSpPr>
            <a:spLocks xmlns:a="http://schemas.openxmlformats.org/drawingml/2006/main" noGrp="1"/>
          </p:cNvSpPr>
          <p:nvPr/>
        </p:nvSpPr>
        <p:spPr>
          <a:xfrm xmlns:a="http://schemas.openxmlformats.org/drawingml/2006/main">
            <a:off x="8077200" y="4000500"/>
            <a:ext cx="3505200" cy="15716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11037FB-D19D-499B-B95A-2B071E3829B8}"/>
              </a:ext>
            </a:extLst>
          </p:cNvPr>
          <p:cNvSpPr>
            <a:spLocks xmlns:a="http://schemas.openxmlformats.org/drawingml/2006/main" noGrp="1"/>
          </p:cNvSpPr>
          <p:nvPr/>
        </p:nvSpPr>
        <p:spPr>
          <a:xfrm xmlns:a="http://schemas.openxmlformats.org/drawingml/2006/main">
            <a:off x="8077200" y="4000500"/>
            <a:ext cx="35052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29" name="06 / Expansión">
            <a:extLst xmlns:a="http://schemas.openxmlformats.org/drawingml/2006/main">
              <a:ext uri="{FF2B5EF4-FFF2-40B4-BE49-F238E27FC236}">
                <a16:creationId xmlns:a16="http://schemas.microsoft.com/office/drawing/2014/main" id="{8C92A45E-B003-49FE-90D9-BF30C33AC1A8}"/>
              </a:ext>
            </a:extLst>
          </p:cNvPr>
          <p:cNvSpPr>
            <a:spLocks xmlns:a="http://schemas.openxmlformats.org/drawingml/2006/main" noGrp="1"/>
          </p:cNvSpPr>
          <p:nvPr/>
        </p:nvSpPr>
        <p:spPr>
          <a:xfrm xmlns:a="http://schemas.openxmlformats.org/drawingml/2006/main">
            <a:off x="8210550" y="406717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06 / Expansión</a:t>
            </a:r>
          </a:p>
        </p:txBody>
      </p:sp>
      <p:sp>
        <p:nvSpPr>
          <p:cNvPr id="30" name="Validar otro país y ampliar&#10;canales y tiendas por ">
            <a:extLst xmlns:a="http://schemas.openxmlformats.org/drawingml/2006/main">
              <a:ext uri="{FF2B5EF4-FFF2-40B4-BE49-F238E27FC236}">
                <a16:creationId xmlns:a16="http://schemas.microsoft.com/office/drawing/2014/main" id="{59962E89-D35E-444B-A832-6A05990C9DF0}"/>
              </a:ext>
            </a:extLst>
          </p:cNvPr>
          <p:cNvSpPr>
            <a:spLocks xmlns:a="http://schemas.openxmlformats.org/drawingml/2006/main" noGrp="1"/>
          </p:cNvSpPr>
          <p:nvPr/>
        </p:nvSpPr>
        <p:spPr>
          <a:xfrm xmlns:a="http://schemas.openxmlformats.org/drawingml/2006/main">
            <a:off x="8210550" y="458152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83E"/>
                </a:solidFill>
                <a:latin typeface="Inter"/>
                <a:ea typeface="Inter"/>
                <a:cs typeface="Inter"/>
              </a:defRPr>
            </a:defPPr>
            <a:lvl1pPr>
              <a:defRPr sz="1650" b="0">
                <a:solidFill>
                  <a:srgbClr val="34383E"/>
                </a:solidFill>
                <a:latin typeface="Inter"/>
                <a:ea typeface="Inter"/>
                <a:cs typeface="Inter"/>
              </a:defRPr>
            </a:lvl1pPr>
            <a:lvl2pPr>
              <a:defRPr sz="1650" b="0">
                <a:solidFill>
                  <a:srgbClr val="34383E"/>
                </a:solidFill>
                <a:latin typeface="Inter"/>
                <a:ea typeface="Inter"/>
                <a:cs typeface="Inter"/>
              </a:defRPr>
            </a:lvl2pPr>
            <a:lvl3pPr>
              <a:defRPr sz="1650" b="0">
                <a:solidFill>
                  <a:srgbClr val="34383E"/>
                </a:solidFill>
                <a:latin typeface="Inter"/>
                <a:ea typeface="Inter"/>
                <a:cs typeface="Inter"/>
              </a:defRPr>
            </a:lvl3pPr>
            <a:lvl4pPr>
              <a:defRPr sz="1650" b="0">
                <a:solidFill>
                  <a:srgbClr val="34383E"/>
                </a:solidFill>
                <a:latin typeface="Inter"/>
                <a:ea typeface="Inter"/>
                <a:cs typeface="Inter"/>
              </a:defRPr>
            </a:lvl4pPr>
            <a:lvl5pPr>
              <a:defRPr sz="1650" b="0">
                <a:solidFill>
                  <a:srgbClr val="34383E"/>
                </a:solidFill>
                <a:latin typeface="Inter"/>
                <a:ea typeface="Inter"/>
                <a:cs typeface="Inter"/>
              </a:defRPr>
            </a:lvl5pPr>
            <a:lvl6pPr>
              <a:defRPr sz="1650" b="0">
                <a:solidFill>
                  <a:srgbClr val="34383E"/>
                </a:solidFill>
                <a:latin typeface="Inter"/>
                <a:ea typeface="Inter"/>
                <a:cs typeface="Inter"/>
              </a:defRPr>
            </a:lvl6pPr>
            <a:lvl7pPr>
              <a:defRPr sz="1650" b="0">
                <a:solidFill>
                  <a:srgbClr val="34383E"/>
                </a:solidFill>
                <a:latin typeface="Inter"/>
                <a:ea typeface="Inter"/>
                <a:cs typeface="Inter"/>
              </a:defRPr>
            </a:lvl7pPr>
            <a:lvl8pPr>
              <a:defRPr sz="1650" b="0">
                <a:solidFill>
                  <a:srgbClr val="34383E"/>
                </a:solidFill>
                <a:latin typeface="Inter"/>
                <a:ea typeface="Inter"/>
                <a:cs typeface="Inter"/>
              </a:defRPr>
            </a:lvl8pPr>
            <a:lvl9pPr>
              <a:defRPr sz="1650" b="0">
                <a:solidFill>
                  <a:srgbClr val="34383E"/>
                </a:solidFill>
                <a:latin typeface="Inter"/>
                <a:ea typeface="Inter"/>
                <a:cs typeface="Inter"/>
              </a:defRPr>
            </a:lvl9pPr>
          </a:lstStyle>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Validar otro país y ampliar</a:t>
            </a:r>
          </a:p>
          <a:p xmlns:a="http://schemas.openxmlformats.org/drawingml/2006/main">
            <a:pPr>
              <a:defRPr sz="1650" b="0">
                <a:solidFill>
                  <a:srgbClr val="34383E"/>
                </a:solidFill>
                <a:latin typeface="Inter"/>
                <a:ea typeface="Inter"/>
                <a:cs typeface="Inter"/>
              </a:defRPr>
            </a:pPr>
            <a:r>
              <a:rPr sz="1650" b="0">
                <a:solidFill>
                  <a:srgbClr val="34383E"/>
                </a:solidFill>
                <a:latin typeface="Inter"/>
                <a:ea typeface="Inter"/>
                <a:cs typeface="Inter"/>
              </a:rPr>
              <a:t>canales y tiendas por anillos.</a:t>
            </a:r>
          </a:p>
        </p:txBody>
      </p:sp>
      <p:sp>
        <p:nvSpPr>
          <p:cNvPr id="31" name="">
            <a:extLst xmlns:a="http://schemas.openxmlformats.org/drawingml/2006/main">
              <a:ext uri="{FF2B5EF4-FFF2-40B4-BE49-F238E27FC236}">
                <a16:creationId xmlns:a16="http://schemas.microsoft.com/office/drawing/2014/main" id="{A3EAB185-45FA-405F-B653-007908304F71}"/>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32" name="Fases 1–4: pruebas y homologación. Fase 5: operaci">
            <a:extLst xmlns:a="http://schemas.openxmlformats.org/drawingml/2006/main">
              <a:ext uri="{FF2B5EF4-FFF2-40B4-BE49-F238E27FC236}">
                <a16:creationId xmlns:a16="http://schemas.microsoft.com/office/drawing/2014/main" id="{17302662-7DCA-4A77-964D-B1DDD6BA1217}"/>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Fases 1–4: pruebas y homologación. Fase 5: operación real acotada. Fechas después de acordar capacidad y dependencias.</a:t>
            </a:r>
          </a:p>
        </p:txBody>
      </p:sp>
    </p:spTree>
    <p:extLst>
      <p:ext uri="{BB962C8B-B14F-4D97-AF65-F5344CB8AC3E}">
        <p14:creationId xmlns:p14="http://schemas.microsoft.com/office/powerpoint/2010/main" val="9083158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F2026182-4725-416B-8647-674AF33E29C7}"/>
              </a:ext>
            </a:extLst>
          </p:cNvPr>
          <p:cNvPicPr>
            <a:picLocks xmlns:a="http://schemas.openxmlformats.org/drawingml/2006/main" noChangeAspect="1"/>
          </p:cNvPicPr>
          <p:nvPr/>
        </p:nvPicPr>
        <p:blipFill>
          <a:blip xmlns:r="http://schemas.openxmlformats.org/officeDocument/2006/relationships" xmlns:a="http://schemas.openxmlformats.org/drawingml/2006/main" r:embed="Rcf1b0f9a13474067">
            <a:extLst>
              <a:ext uri="{96DAC541-7B7A-43D3-8B79-37D633B846F1}">
                <asvg:svgBlip xmlns:asvg="http://schemas.microsoft.com/office/drawing/2016/SVG/main" r:embed="Rf925ae8cff714405"/>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FASES 01 Y 02 / LABORATORIO Y HOMOLOGACIÓN">
            <a:extLst xmlns:a="http://schemas.openxmlformats.org/drawingml/2006/main">
              <a:ext uri="{FF2B5EF4-FFF2-40B4-BE49-F238E27FC236}">
                <a16:creationId xmlns:a16="http://schemas.microsoft.com/office/drawing/2014/main" id="{5A744EED-DF4C-42F4-A465-306C58320DF0}"/>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FASES 01 Y 02 / LABORATORIO Y HOMOLOGACIÓN</a:t>
            </a:r>
          </a:p>
        </p:txBody>
      </p:sp>
      <p:sp>
        <p:nvSpPr>
          <p:cNvPr id="3" name="Primeras funcionalidades reales">
            <a:extLst xmlns:a="http://schemas.openxmlformats.org/drawingml/2006/main">
              <a:ext uri="{FF2B5EF4-FFF2-40B4-BE49-F238E27FC236}">
                <a16:creationId xmlns:a16="http://schemas.microsoft.com/office/drawing/2014/main" id="{93FE3A21-EDFA-45DD-BE58-F74A5157EBAD}"/>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Primeras funcionalidades reales</a:t>
            </a:r>
          </a:p>
        </p:txBody>
      </p:sp>
      <p:sp>
        <p:nvSpPr>
          <p:cNvPr id="4" name="">
            <a:extLst xmlns:a="http://schemas.openxmlformats.org/drawingml/2006/main">
              <a:ext uri="{FF2B5EF4-FFF2-40B4-BE49-F238E27FC236}">
                <a16:creationId xmlns:a16="http://schemas.microsoft.com/office/drawing/2014/main" id="{65323A69-89CE-4DBD-9D81-FDF0894D2A5A}"/>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D33B1BE6-A883-4188-9CAC-1C142ED0C955}"/>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13 / 16">
            <a:extLst xmlns:a="http://schemas.openxmlformats.org/drawingml/2006/main">
              <a:ext uri="{FF2B5EF4-FFF2-40B4-BE49-F238E27FC236}">
                <a16:creationId xmlns:a16="http://schemas.microsoft.com/office/drawing/2014/main" id="{891A437B-FA05-45DB-B77C-11F795B89CAE}"/>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13 / 16</a:t>
            </a:r>
          </a:p>
        </p:txBody>
      </p:sp>
      <p:sp>
        <p:nvSpPr>
          <p:cNvPr id="7" name="">
            <a:extLst xmlns:a="http://schemas.openxmlformats.org/drawingml/2006/main">
              <a:ext uri="{FF2B5EF4-FFF2-40B4-BE49-F238E27FC236}">
                <a16:creationId xmlns:a16="http://schemas.microsoft.com/office/drawing/2014/main" id="{66BF9C46-3B11-4EDD-A21C-3A872517F8F9}"/>
              </a:ext>
            </a:extLst>
          </p:cNvPr>
          <p:cNvSpPr>
            <a:spLocks xmlns:a="http://schemas.openxmlformats.org/drawingml/2006/main" noGrp="1"/>
          </p:cNvSpPr>
          <p:nvPr/>
        </p:nvSpPr>
        <p:spPr>
          <a:xfrm xmlns:a="http://schemas.openxmlformats.org/drawingml/2006/main">
            <a:off x="609600" y="2238375"/>
            <a:ext cx="5295900" cy="45720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8" name="01 / Venta persistida">
            <a:extLst xmlns:a="http://schemas.openxmlformats.org/drawingml/2006/main">
              <a:ext uri="{FF2B5EF4-FFF2-40B4-BE49-F238E27FC236}">
                <a16:creationId xmlns:a16="http://schemas.microsoft.com/office/drawing/2014/main" id="{3216FAC4-393C-41F1-B8FC-6405E467761A}"/>
              </a:ext>
            </a:extLst>
          </p:cNvPr>
          <p:cNvSpPr>
            <a:spLocks xmlns:a="http://schemas.openxmlformats.org/drawingml/2006/main" noGrp="1"/>
          </p:cNvSpPr>
          <p:nvPr/>
        </p:nvSpPr>
        <p:spPr>
          <a:xfrm xmlns:a="http://schemas.openxmlformats.org/drawingml/2006/main">
            <a:off x="752475" y="2314575"/>
            <a:ext cx="5010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01 / Venta persistida</a:t>
            </a:r>
          </a:p>
        </p:txBody>
      </p:sp>
      <p:sp>
        <p:nvSpPr>
          <p:cNvPr id="9" name="">
            <a:extLst xmlns:a="http://schemas.openxmlformats.org/drawingml/2006/main">
              <a:ext uri="{FF2B5EF4-FFF2-40B4-BE49-F238E27FC236}">
                <a16:creationId xmlns:a16="http://schemas.microsoft.com/office/drawing/2014/main" id="{3E92E39D-CA24-463C-89D4-08358522A249}"/>
              </a:ext>
            </a:extLst>
          </p:cNvPr>
          <p:cNvSpPr>
            <a:spLocks xmlns:a="http://schemas.openxmlformats.org/drawingml/2006/main" noGrp="1"/>
          </p:cNvSpPr>
          <p:nvPr/>
        </p:nvSpPr>
        <p:spPr>
          <a:xfrm xmlns:a="http://schemas.openxmlformats.org/drawingml/2006/main">
            <a:off x="609600" y="28098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DEMO AL CLIENTE">
            <a:extLst xmlns:a="http://schemas.openxmlformats.org/drawingml/2006/main">
              <a:ext uri="{FF2B5EF4-FFF2-40B4-BE49-F238E27FC236}">
                <a16:creationId xmlns:a16="http://schemas.microsoft.com/office/drawing/2014/main" id="{EF43B145-42FC-4DCE-AB47-22438E38AE26}"/>
              </a:ext>
            </a:extLst>
          </p:cNvPr>
          <p:cNvSpPr>
            <a:spLocks xmlns:a="http://schemas.openxmlformats.org/drawingml/2006/main" noGrp="1"/>
          </p:cNvSpPr>
          <p:nvPr/>
        </p:nvSpPr>
        <p:spPr>
          <a:xfrm xmlns:a="http://schemas.openxmlformats.org/drawingml/2006/main">
            <a:off x="742950" y="28860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DEMO AL CLIENTE</a:t>
            </a:r>
          </a:p>
        </p:txBody>
      </p:sp>
      <p:sp>
        <p:nvSpPr>
          <p:cNvPr id="11" name="Abrir caja, buscar productos y vender en efectivo.">
            <a:extLst xmlns:a="http://schemas.openxmlformats.org/drawingml/2006/main">
              <a:ext uri="{FF2B5EF4-FFF2-40B4-BE49-F238E27FC236}">
                <a16:creationId xmlns:a16="http://schemas.microsoft.com/office/drawing/2014/main" id="{98C87ED1-37A3-40AD-8EAE-3FFF1B8D3311}"/>
              </a:ext>
            </a:extLst>
          </p:cNvPr>
          <p:cNvSpPr>
            <a:spLocks xmlns:a="http://schemas.openxmlformats.org/drawingml/2006/main" noGrp="1"/>
          </p:cNvSpPr>
          <p:nvPr/>
        </p:nvSpPr>
        <p:spPr>
          <a:xfrm xmlns:a="http://schemas.openxmlformats.org/drawingml/2006/main">
            <a:off x="742950" y="31718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Abrir caja, buscar productos y vender en efectivo.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Consultar el ticket después de reiniciar.</a:t>
            </a:r>
          </a:p>
        </p:txBody>
      </p:sp>
      <p:sp>
        <p:nvSpPr>
          <p:cNvPr id="12" name="">
            <a:extLst xmlns:a="http://schemas.openxmlformats.org/drawingml/2006/main">
              <a:ext uri="{FF2B5EF4-FFF2-40B4-BE49-F238E27FC236}">
                <a16:creationId xmlns:a16="http://schemas.microsoft.com/office/drawing/2014/main" id="{C3489457-D8AB-4D36-8224-D503711B6198}"/>
              </a:ext>
            </a:extLst>
          </p:cNvPr>
          <p:cNvSpPr>
            <a:spLocks xmlns:a="http://schemas.openxmlformats.org/drawingml/2006/main" noGrp="1"/>
          </p:cNvSpPr>
          <p:nvPr/>
        </p:nvSpPr>
        <p:spPr>
          <a:xfrm xmlns:a="http://schemas.openxmlformats.org/drawingml/2006/main">
            <a:off x="609600" y="378142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3" name="TRABAJO DE DESARROLLO">
            <a:extLst xmlns:a="http://schemas.openxmlformats.org/drawingml/2006/main">
              <a:ext uri="{FF2B5EF4-FFF2-40B4-BE49-F238E27FC236}">
                <a16:creationId xmlns:a16="http://schemas.microsoft.com/office/drawing/2014/main" id="{3863D1D7-4F6F-472E-99C2-81BF7A5EC6F1}"/>
              </a:ext>
            </a:extLst>
          </p:cNvPr>
          <p:cNvSpPr>
            <a:spLocks xmlns:a="http://schemas.openxmlformats.org/drawingml/2006/main" noGrp="1"/>
          </p:cNvSpPr>
          <p:nvPr/>
        </p:nvSpPr>
        <p:spPr>
          <a:xfrm xmlns:a="http://schemas.openxmlformats.org/drawingml/2006/main">
            <a:off x="742950" y="385762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TRABAJO DE DESARROLLO</a:t>
            </a:r>
          </a:p>
        </p:txBody>
      </p:sp>
      <p:sp>
        <p:nvSpPr>
          <p:cNvPr id="14" name="UI + branch-api; permisos básicos y precios.&#10;Postg">
            <a:extLst xmlns:a="http://schemas.openxmlformats.org/drawingml/2006/main">
              <a:ext uri="{FF2B5EF4-FFF2-40B4-BE49-F238E27FC236}">
                <a16:creationId xmlns:a16="http://schemas.microsoft.com/office/drawing/2014/main" id="{D4B36D71-BC7E-4216-8454-1C30D5EECBE2}"/>
              </a:ext>
            </a:extLst>
          </p:cNvPr>
          <p:cNvSpPr>
            <a:spLocks xmlns:a="http://schemas.openxmlformats.org/drawingml/2006/main" noGrp="1"/>
          </p:cNvSpPr>
          <p:nvPr/>
        </p:nvSpPr>
        <p:spPr>
          <a:xfrm xmlns:a="http://schemas.openxmlformats.org/drawingml/2006/main">
            <a:off x="742950" y="414337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UI + branch-api; permisos básicos y precios.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PostgreSQL, migraciones, venta y outbox atómicos.</a:t>
            </a:r>
          </a:p>
        </p:txBody>
      </p:sp>
      <p:sp>
        <p:nvSpPr>
          <p:cNvPr id="15" name="">
            <a:extLst xmlns:a="http://schemas.openxmlformats.org/drawingml/2006/main">
              <a:ext uri="{FF2B5EF4-FFF2-40B4-BE49-F238E27FC236}">
                <a16:creationId xmlns:a16="http://schemas.microsoft.com/office/drawing/2014/main" id="{327150C8-E24B-4238-BA0D-F05A62F6B013}"/>
              </a:ext>
            </a:extLst>
          </p:cNvPr>
          <p:cNvSpPr>
            <a:spLocks xmlns:a="http://schemas.openxmlformats.org/drawingml/2006/main" noGrp="1"/>
          </p:cNvSpPr>
          <p:nvPr/>
        </p:nvSpPr>
        <p:spPr>
          <a:xfrm xmlns:a="http://schemas.openxmlformats.org/drawingml/2006/main">
            <a:off x="609600" y="47529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CRITERIO DE SALIDA">
            <a:extLst xmlns:a="http://schemas.openxmlformats.org/drawingml/2006/main">
              <a:ext uri="{FF2B5EF4-FFF2-40B4-BE49-F238E27FC236}">
                <a16:creationId xmlns:a16="http://schemas.microsoft.com/office/drawing/2014/main" id="{28D428B6-3C99-4EAD-BCE4-C696B9744AD5}"/>
              </a:ext>
            </a:extLst>
          </p:cNvPr>
          <p:cNvSpPr>
            <a:spLocks xmlns:a="http://schemas.openxmlformats.org/drawingml/2006/main" noGrp="1"/>
          </p:cNvSpPr>
          <p:nvPr/>
        </p:nvSpPr>
        <p:spPr>
          <a:xfrm xmlns:a="http://schemas.openxmlformats.org/drawingml/2006/main">
            <a:off x="742950" y="48291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CRITERIO DE SALIDA</a:t>
            </a:r>
          </a:p>
        </p:txBody>
      </p:sp>
      <p:sp>
        <p:nvSpPr>
          <p:cNvPr id="17" name="Repetir el comando no duplica la venta.&#10;Importes, ">
            <a:extLst xmlns:a="http://schemas.openxmlformats.org/drawingml/2006/main">
              <a:ext uri="{FF2B5EF4-FFF2-40B4-BE49-F238E27FC236}">
                <a16:creationId xmlns:a16="http://schemas.microsoft.com/office/drawing/2014/main" id="{D110136D-DE73-4DDA-AFE6-83D97982209B}"/>
              </a:ext>
            </a:extLst>
          </p:cNvPr>
          <p:cNvSpPr>
            <a:spLocks xmlns:a="http://schemas.openxmlformats.org/drawingml/2006/main" noGrp="1"/>
          </p:cNvSpPr>
          <p:nvPr/>
        </p:nvSpPr>
        <p:spPr>
          <a:xfrm xmlns:a="http://schemas.openxmlformats.org/drawingml/2006/main">
            <a:off x="742950" y="51149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Repetir el comando no duplica la venta.</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Importes, turno y recuperación coinciden.</a:t>
            </a:r>
          </a:p>
        </p:txBody>
      </p:sp>
      <p:sp>
        <p:nvSpPr>
          <p:cNvPr id="18" name="">
            <a:extLst xmlns:a="http://schemas.openxmlformats.org/drawingml/2006/main">
              <a:ext uri="{FF2B5EF4-FFF2-40B4-BE49-F238E27FC236}">
                <a16:creationId xmlns:a16="http://schemas.microsoft.com/office/drawing/2014/main" id="{BAFDF3A2-1279-4FAC-970C-DC714835D66D}"/>
              </a:ext>
            </a:extLst>
          </p:cNvPr>
          <p:cNvSpPr>
            <a:spLocks xmlns:a="http://schemas.openxmlformats.org/drawingml/2006/main" noGrp="1"/>
          </p:cNvSpPr>
          <p:nvPr/>
        </p:nvSpPr>
        <p:spPr>
          <a:xfrm xmlns:a="http://schemas.openxmlformats.org/drawingml/2006/main">
            <a:off x="6286500" y="2238375"/>
            <a:ext cx="5295900" cy="45720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9" name="02 / Cobro y documento">
            <a:extLst xmlns:a="http://schemas.openxmlformats.org/drawingml/2006/main">
              <a:ext uri="{FF2B5EF4-FFF2-40B4-BE49-F238E27FC236}">
                <a16:creationId xmlns:a16="http://schemas.microsoft.com/office/drawing/2014/main" id="{7C4FA79C-2217-4009-AC66-786F8B207BC5}"/>
              </a:ext>
            </a:extLst>
          </p:cNvPr>
          <p:cNvSpPr>
            <a:spLocks xmlns:a="http://schemas.openxmlformats.org/drawingml/2006/main" noGrp="1"/>
          </p:cNvSpPr>
          <p:nvPr/>
        </p:nvSpPr>
        <p:spPr>
          <a:xfrm xmlns:a="http://schemas.openxmlformats.org/drawingml/2006/main">
            <a:off x="6429375" y="2314575"/>
            <a:ext cx="5010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02 / Cobro y documento</a:t>
            </a:r>
          </a:p>
        </p:txBody>
      </p:sp>
      <p:sp>
        <p:nvSpPr>
          <p:cNvPr id="20" name="">
            <a:extLst xmlns:a="http://schemas.openxmlformats.org/drawingml/2006/main">
              <a:ext uri="{FF2B5EF4-FFF2-40B4-BE49-F238E27FC236}">
                <a16:creationId xmlns:a16="http://schemas.microsoft.com/office/drawing/2014/main" id="{02AD0B8D-58B4-4944-BEC9-E77A02B7308A}"/>
              </a:ext>
            </a:extLst>
          </p:cNvPr>
          <p:cNvSpPr>
            <a:spLocks xmlns:a="http://schemas.openxmlformats.org/drawingml/2006/main" noGrp="1"/>
          </p:cNvSpPr>
          <p:nvPr/>
        </p:nvSpPr>
        <p:spPr>
          <a:xfrm xmlns:a="http://schemas.openxmlformats.org/drawingml/2006/main">
            <a:off x="6286500" y="28098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1" name="DEMO AL CLIENTE">
            <a:extLst xmlns:a="http://schemas.openxmlformats.org/drawingml/2006/main">
              <a:ext uri="{FF2B5EF4-FFF2-40B4-BE49-F238E27FC236}">
                <a16:creationId xmlns:a16="http://schemas.microsoft.com/office/drawing/2014/main" id="{24549845-5583-4C93-BBB4-D3CFC3982C25}"/>
              </a:ext>
            </a:extLst>
          </p:cNvPr>
          <p:cNvSpPr>
            <a:spLocks xmlns:a="http://schemas.openxmlformats.org/drawingml/2006/main" noGrp="1"/>
          </p:cNvSpPr>
          <p:nvPr/>
        </p:nvSpPr>
        <p:spPr>
          <a:xfrm xmlns:a="http://schemas.openxmlformats.org/drawingml/2006/main">
            <a:off x="6419850" y="28860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DEMO AL CLIENTE</a:t>
            </a:r>
          </a:p>
        </p:txBody>
      </p:sp>
      <p:sp>
        <p:nvSpPr>
          <p:cNvPr id="22" name="Cobrar con un primer proveedor de prueba.&#10;Consulta">
            <a:extLst xmlns:a="http://schemas.openxmlformats.org/drawingml/2006/main">
              <a:ext uri="{FF2B5EF4-FFF2-40B4-BE49-F238E27FC236}">
                <a16:creationId xmlns:a16="http://schemas.microsoft.com/office/drawing/2014/main" id="{50AC7AF2-4719-4AC0-9FA8-CFC41E1FA294}"/>
              </a:ext>
            </a:extLst>
          </p:cNvPr>
          <p:cNvSpPr>
            <a:spLocks xmlns:a="http://schemas.openxmlformats.org/drawingml/2006/main" noGrp="1"/>
          </p:cNvSpPr>
          <p:nvPr/>
        </p:nvSpPr>
        <p:spPr>
          <a:xfrm xmlns:a="http://schemas.openxmlformats.org/drawingml/2006/main">
            <a:off x="6419850" y="31718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Cobrar con un primer proveedor de prueba.</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Consultar pago, documento y reimpresión.</a:t>
            </a:r>
          </a:p>
        </p:txBody>
      </p:sp>
      <p:sp>
        <p:nvSpPr>
          <p:cNvPr id="23" name="">
            <a:extLst xmlns:a="http://schemas.openxmlformats.org/drawingml/2006/main">
              <a:ext uri="{FF2B5EF4-FFF2-40B4-BE49-F238E27FC236}">
                <a16:creationId xmlns:a16="http://schemas.microsoft.com/office/drawing/2014/main" id="{475AC326-26A8-4696-97FD-2C08058C2067}"/>
              </a:ext>
            </a:extLst>
          </p:cNvPr>
          <p:cNvSpPr>
            <a:spLocks xmlns:a="http://schemas.openxmlformats.org/drawingml/2006/main" noGrp="1"/>
          </p:cNvSpPr>
          <p:nvPr/>
        </p:nvSpPr>
        <p:spPr>
          <a:xfrm xmlns:a="http://schemas.openxmlformats.org/drawingml/2006/main">
            <a:off x="6286500" y="378142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TRABAJO DE DESARROLLO">
            <a:extLst xmlns:a="http://schemas.openxmlformats.org/drawingml/2006/main">
              <a:ext uri="{FF2B5EF4-FFF2-40B4-BE49-F238E27FC236}">
                <a16:creationId xmlns:a16="http://schemas.microsoft.com/office/drawing/2014/main" id="{AC08580A-7B6F-495B-8A30-27A63993A2C2}"/>
              </a:ext>
            </a:extLst>
          </p:cNvPr>
          <p:cNvSpPr>
            <a:spLocks xmlns:a="http://schemas.openxmlformats.org/drawingml/2006/main" noGrp="1"/>
          </p:cNvSpPr>
          <p:nvPr/>
        </p:nvSpPr>
        <p:spPr>
          <a:xfrm xmlns:a="http://schemas.openxmlformats.org/drawingml/2006/main">
            <a:off x="6419850" y="385762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TRABAJO DE DESARROLLO</a:t>
            </a:r>
          </a:p>
        </p:txBody>
      </p:sp>
      <p:sp>
        <p:nvSpPr>
          <p:cNvPr id="25" name="Contratos de pagos, fiscalidad y dispositivos.&#10;Ref">
            <a:extLst xmlns:a="http://schemas.openxmlformats.org/drawingml/2006/main">
              <a:ext uri="{FF2B5EF4-FFF2-40B4-BE49-F238E27FC236}">
                <a16:creationId xmlns:a16="http://schemas.microsoft.com/office/drawing/2014/main" id="{C18BD60C-03BE-4CD7-8F22-61C81A3AA2E2}"/>
              </a:ext>
            </a:extLst>
          </p:cNvPr>
          <p:cNvSpPr>
            <a:spLocks xmlns:a="http://schemas.openxmlformats.org/drawingml/2006/main" noGrp="1"/>
          </p:cNvSpPr>
          <p:nvPr/>
        </p:nvSpPr>
        <p:spPr>
          <a:xfrm xmlns:a="http://schemas.openxmlformats.org/drawingml/2006/main">
            <a:off x="6419850" y="414337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Contratos de pagos, fiscalidad y dispositivos.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Referencias estables, estados y consultas.</a:t>
            </a:r>
          </a:p>
        </p:txBody>
      </p:sp>
      <p:sp>
        <p:nvSpPr>
          <p:cNvPr id="26" name="">
            <a:extLst xmlns:a="http://schemas.openxmlformats.org/drawingml/2006/main">
              <a:ext uri="{FF2B5EF4-FFF2-40B4-BE49-F238E27FC236}">
                <a16:creationId xmlns:a16="http://schemas.microsoft.com/office/drawing/2014/main" id="{1CED77D0-B21E-485B-921A-FA60EF55910C}"/>
              </a:ext>
            </a:extLst>
          </p:cNvPr>
          <p:cNvSpPr>
            <a:spLocks xmlns:a="http://schemas.openxmlformats.org/drawingml/2006/main" noGrp="1"/>
          </p:cNvSpPr>
          <p:nvPr/>
        </p:nvSpPr>
        <p:spPr>
          <a:xfrm xmlns:a="http://schemas.openxmlformats.org/drawingml/2006/main">
            <a:off x="6286500" y="47529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7" name="CRITERIO DE SALIDA">
            <a:extLst xmlns:a="http://schemas.openxmlformats.org/drawingml/2006/main">
              <a:ext uri="{FF2B5EF4-FFF2-40B4-BE49-F238E27FC236}">
                <a16:creationId xmlns:a16="http://schemas.microsoft.com/office/drawing/2014/main" id="{75E0203E-6E60-4119-9221-6F24DCB260E2}"/>
              </a:ext>
            </a:extLst>
          </p:cNvPr>
          <p:cNvSpPr>
            <a:spLocks xmlns:a="http://schemas.openxmlformats.org/drawingml/2006/main" noGrp="1"/>
          </p:cNvSpPr>
          <p:nvPr/>
        </p:nvSpPr>
        <p:spPr>
          <a:xfrm xmlns:a="http://schemas.openxmlformats.org/drawingml/2006/main">
            <a:off x="6419850" y="48291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CRITERIO DE SALIDA</a:t>
            </a:r>
          </a:p>
        </p:txBody>
      </p:sp>
      <p:sp>
        <p:nvSpPr>
          <p:cNvPr id="28" name="Un timeout no dispara otro cobro.&#10;Rechazos fiscale">
            <a:extLst xmlns:a="http://schemas.openxmlformats.org/drawingml/2006/main">
              <a:ext uri="{FF2B5EF4-FFF2-40B4-BE49-F238E27FC236}">
                <a16:creationId xmlns:a16="http://schemas.microsoft.com/office/drawing/2014/main" id="{A1DBE2D9-885E-43E7-A0EB-DAB1BDCBBC6F}"/>
              </a:ext>
            </a:extLst>
          </p:cNvPr>
          <p:cNvSpPr>
            <a:spLocks xmlns:a="http://schemas.openxmlformats.org/drawingml/2006/main" noGrp="1"/>
          </p:cNvSpPr>
          <p:nvPr/>
        </p:nvSpPr>
        <p:spPr>
          <a:xfrm xmlns:a="http://schemas.openxmlformats.org/drawingml/2006/main">
            <a:off x="6419850" y="51149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Un timeout no dispara otro cobro.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Rechazos fiscales e impresión quedan trazables.</a:t>
            </a:r>
          </a:p>
        </p:txBody>
      </p:sp>
      <p:sp>
        <p:nvSpPr>
          <p:cNvPr id="29" name="">
            <a:extLst xmlns:a="http://schemas.openxmlformats.org/drawingml/2006/main">
              <a:ext uri="{FF2B5EF4-FFF2-40B4-BE49-F238E27FC236}">
                <a16:creationId xmlns:a16="http://schemas.microsoft.com/office/drawing/2014/main" id="{FD7AAB79-D929-43D2-8D4B-F665EE794EBA}"/>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30" name="Preparar desde la fase 1: casos y datos de prueba,">
            <a:extLst xmlns:a="http://schemas.openxmlformats.org/drawingml/2006/main">
              <a:ext uri="{FF2B5EF4-FFF2-40B4-BE49-F238E27FC236}">
                <a16:creationId xmlns:a16="http://schemas.microsoft.com/office/drawing/2014/main" id="{9225C8AB-C35D-430C-8682-7794C315EE3E}"/>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Preparar desde la fase 1: casos y datos de prueba, identidad, contratos, accesos a sandbox y dispositivos del piloto.</a:t>
            </a:r>
          </a:p>
        </p:txBody>
      </p:sp>
    </p:spTree>
    <p:extLst>
      <p:ext uri="{BB962C8B-B14F-4D97-AF65-F5344CB8AC3E}">
        <p14:creationId xmlns:p14="http://schemas.microsoft.com/office/powerpoint/2010/main" val="541668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BD1D0844-52F2-4ABD-8CCA-A3B105CB4D50}"/>
              </a:ext>
            </a:extLst>
          </p:cNvPr>
          <p:cNvPicPr>
            <a:picLocks xmlns:a="http://schemas.openxmlformats.org/drawingml/2006/main" noChangeAspect="1"/>
          </p:cNvPicPr>
          <p:nvPr/>
        </p:nvPicPr>
        <p:blipFill>
          <a:blip xmlns:r="http://schemas.openxmlformats.org/officeDocument/2006/relationships" xmlns:a="http://schemas.openxmlformats.org/drawingml/2006/main" r:embed="Rd1dd5f8798af46df">
            <a:extLst>
              <a:ext uri="{96DAC541-7B7A-43D3-8B79-37D633B846F1}">
                <asvg:svgBlip xmlns:asvg="http://schemas.microsoft.com/office/drawing/2016/SVG/main" r:embed="R1d32a76c3d18460f"/>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FASES 03 Y 04 / INTEGRACIÓN DE EXTREMO A EXTREMO">
            <a:extLst xmlns:a="http://schemas.openxmlformats.org/drawingml/2006/main">
              <a:ext uri="{FF2B5EF4-FFF2-40B4-BE49-F238E27FC236}">
                <a16:creationId xmlns:a16="http://schemas.microsoft.com/office/drawing/2014/main" id="{B5912ECF-E407-4B46-B896-0E60505AC21A}"/>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FASES 03 Y 04 / INTEGRACIÓN DE EXTREMO A EXTREMO</a:t>
            </a:r>
          </a:p>
        </p:txBody>
      </p:sp>
      <p:sp>
        <p:nvSpPr>
          <p:cNvPr id="3" name="Continuidad y jornada operativa">
            <a:extLst xmlns:a="http://schemas.openxmlformats.org/drawingml/2006/main">
              <a:ext uri="{FF2B5EF4-FFF2-40B4-BE49-F238E27FC236}">
                <a16:creationId xmlns:a16="http://schemas.microsoft.com/office/drawing/2014/main" id="{32518EAC-AB26-4F3C-BD26-7F8E92B277C5}"/>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Continuidad y jornada operativa</a:t>
            </a:r>
          </a:p>
        </p:txBody>
      </p:sp>
      <p:sp>
        <p:nvSpPr>
          <p:cNvPr id="4" name="">
            <a:extLst xmlns:a="http://schemas.openxmlformats.org/drawingml/2006/main">
              <a:ext uri="{FF2B5EF4-FFF2-40B4-BE49-F238E27FC236}">
                <a16:creationId xmlns:a16="http://schemas.microsoft.com/office/drawing/2014/main" id="{FCD39BD9-F5C5-4BD9-9AF3-9B52D7A94B56}"/>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4BDAA6CF-4FF7-4E4A-8D05-459A8100C1EE}"/>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14 / 16">
            <a:extLst xmlns:a="http://schemas.openxmlformats.org/drawingml/2006/main">
              <a:ext uri="{FF2B5EF4-FFF2-40B4-BE49-F238E27FC236}">
                <a16:creationId xmlns:a16="http://schemas.microsoft.com/office/drawing/2014/main" id="{A71C8050-952C-47AE-B184-7BC962A6251F}"/>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14 / 16</a:t>
            </a:r>
          </a:p>
        </p:txBody>
      </p:sp>
      <p:sp>
        <p:nvSpPr>
          <p:cNvPr id="7" name="">
            <a:extLst xmlns:a="http://schemas.openxmlformats.org/drawingml/2006/main">
              <a:ext uri="{FF2B5EF4-FFF2-40B4-BE49-F238E27FC236}">
                <a16:creationId xmlns:a16="http://schemas.microsoft.com/office/drawing/2014/main" id="{28B37E7A-8FE0-4FE3-B74D-3549397CF45B}"/>
              </a:ext>
            </a:extLst>
          </p:cNvPr>
          <p:cNvSpPr>
            <a:spLocks xmlns:a="http://schemas.openxmlformats.org/drawingml/2006/main" noGrp="1"/>
          </p:cNvSpPr>
          <p:nvPr/>
        </p:nvSpPr>
        <p:spPr>
          <a:xfrm xmlns:a="http://schemas.openxmlformats.org/drawingml/2006/main">
            <a:off x="609600" y="2238375"/>
            <a:ext cx="5295900" cy="45720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8" name="03 / Sucursal conectada">
            <a:extLst xmlns:a="http://schemas.openxmlformats.org/drawingml/2006/main">
              <a:ext uri="{FF2B5EF4-FFF2-40B4-BE49-F238E27FC236}">
                <a16:creationId xmlns:a16="http://schemas.microsoft.com/office/drawing/2014/main" id="{F1AF50BF-3008-462E-9C9A-7205DBD5867F}"/>
              </a:ext>
            </a:extLst>
          </p:cNvPr>
          <p:cNvSpPr>
            <a:spLocks xmlns:a="http://schemas.openxmlformats.org/drawingml/2006/main" noGrp="1"/>
          </p:cNvSpPr>
          <p:nvPr/>
        </p:nvSpPr>
        <p:spPr>
          <a:xfrm xmlns:a="http://schemas.openxmlformats.org/drawingml/2006/main">
            <a:off x="752475" y="2314575"/>
            <a:ext cx="5010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03 / Sucursal conectada</a:t>
            </a:r>
          </a:p>
        </p:txBody>
      </p:sp>
      <p:sp>
        <p:nvSpPr>
          <p:cNvPr id="9" name="">
            <a:extLst xmlns:a="http://schemas.openxmlformats.org/drawingml/2006/main">
              <a:ext uri="{FF2B5EF4-FFF2-40B4-BE49-F238E27FC236}">
                <a16:creationId xmlns:a16="http://schemas.microsoft.com/office/drawing/2014/main" id="{101D100F-5A97-4420-B436-7463834101C2}"/>
              </a:ext>
            </a:extLst>
          </p:cNvPr>
          <p:cNvSpPr>
            <a:spLocks xmlns:a="http://schemas.openxmlformats.org/drawingml/2006/main" noGrp="1"/>
          </p:cNvSpPr>
          <p:nvPr/>
        </p:nvSpPr>
        <p:spPr>
          <a:xfrm xmlns:a="http://schemas.openxmlformats.org/drawingml/2006/main">
            <a:off x="609600" y="28098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DEMO AL CLIENTE">
            <a:extLst xmlns:a="http://schemas.openxmlformats.org/drawingml/2006/main">
              <a:ext uri="{FF2B5EF4-FFF2-40B4-BE49-F238E27FC236}">
                <a16:creationId xmlns:a16="http://schemas.microsoft.com/office/drawing/2014/main" id="{7747BA21-984A-45F3-8578-50E1F07387AE}"/>
              </a:ext>
            </a:extLst>
          </p:cNvPr>
          <p:cNvSpPr>
            <a:spLocks xmlns:a="http://schemas.openxmlformats.org/drawingml/2006/main" noGrp="1"/>
          </p:cNvSpPr>
          <p:nvPr/>
        </p:nvSpPr>
        <p:spPr>
          <a:xfrm xmlns:a="http://schemas.openxmlformats.org/drawingml/2006/main">
            <a:off x="742950" y="28860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DEMO AL CLIENTE</a:t>
            </a:r>
          </a:p>
        </p:txBody>
      </p:sp>
      <p:sp>
        <p:nvSpPr>
          <p:cNvPr id="11" name="Cortar Internet, vender según la política y volver">
            <a:extLst xmlns:a="http://schemas.openxmlformats.org/drawingml/2006/main">
              <a:ext uri="{FF2B5EF4-FFF2-40B4-BE49-F238E27FC236}">
                <a16:creationId xmlns:a16="http://schemas.microsoft.com/office/drawing/2014/main" id="{90C805E0-873E-4994-A56D-2AEDD271B646}"/>
              </a:ext>
            </a:extLst>
          </p:cNvPr>
          <p:cNvSpPr>
            <a:spLocks xmlns:a="http://schemas.openxmlformats.org/drawingml/2006/main" noGrp="1"/>
          </p:cNvSpPr>
          <p:nvPr/>
        </p:nvSpPr>
        <p:spPr>
          <a:xfrm xmlns:a="http://schemas.openxmlformats.org/drawingml/2006/main">
            <a:off x="742950" y="31718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Cortar Internet, vender según la política y volver.</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Ver pendientes, recepción de país y resultado ERP.</a:t>
            </a:r>
          </a:p>
        </p:txBody>
      </p:sp>
      <p:sp>
        <p:nvSpPr>
          <p:cNvPr id="12" name="">
            <a:extLst xmlns:a="http://schemas.openxmlformats.org/drawingml/2006/main">
              <a:ext uri="{FF2B5EF4-FFF2-40B4-BE49-F238E27FC236}">
                <a16:creationId xmlns:a16="http://schemas.microsoft.com/office/drawing/2014/main" id="{2B67E4C0-2E43-4ED8-AECD-36B9DEA14CBF}"/>
              </a:ext>
            </a:extLst>
          </p:cNvPr>
          <p:cNvSpPr>
            <a:spLocks xmlns:a="http://schemas.openxmlformats.org/drawingml/2006/main" noGrp="1"/>
          </p:cNvSpPr>
          <p:nvPr/>
        </p:nvSpPr>
        <p:spPr>
          <a:xfrm xmlns:a="http://schemas.openxmlformats.org/drawingml/2006/main">
            <a:off x="609600" y="378142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3" name="TRABAJO DE DESARROLLO">
            <a:extLst xmlns:a="http://schemas.openxmlformats.org/drawingml/2006/main">
              <a:ext uri="{FF2B5EF4-FFF2-40B4-BE49-F238E27FC236}">
                <a16:creationId xmlns:a16="http://schemas.microsoft.com/office/drawing/2014/main" id="{309D1395-F907-446A-842D-6F377439DD69}"/>
              </a:ext>
            </a:extLst>
          </p:cNvPr>
          <p:cNvSpPr>
            <a:spLocks xmlns:a="http://schemas.openxmlformats.org/drawingml/2006/main" noGrp="1"/>
          </p:cNvSpPr>
          <p:nvPr/>
        </p:nvSpPr>
        <p:spPr>
          <a:xfrm xmlns:a="http://schemas.openxmlformats.org/drawingml/2006/main">
            <a:off x="742950" y="385762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TRABAJO DE DESARROLLO</a:t>
            </a:r>
          </a:p>
        </p:txBody>
      </p:sp>
      <p:sp>
        <p:nvSpPr>
          <p:cNvPr id="14" name="branch-sync-worker, country-api y erp-worker.&#10;Inbo">
            <a:extLst xmlns:a="http://schemas.openxmlformats.org/drawingml/2006/main">
              <a:ext uri="{FF2B5EF4-FFF2-40B4-BE49-F238E27FC236}">
                <a16:creationId xmlns:a16="http://schemas.microsoft.com/office/drawing/2014/main" id="{033C7E61-E78C-4010-8C6D-47392ACC38B6}"/>
              </a:ext>
            </a:extLst>
          </p:cNvPr>
          <p:cNvSpPr>
            <a:spLocks xmlns:a="http://schemas.openxmlformats.org/drawingml/2006/main" noGrp="1"/>
          </p:cNvSpPr>
          <p:nvPr/>
        </p:nvSpPr>
        <p:spPr>
          <a:xfrm xmlns:a="http://schemas.openxmlformats.org/drawingml/2006/main">
            <a:off x="742950" y="414337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branch-sync-worker, country-api y erp-worker.</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Inbox/outbox, maestros y ACL del primer ERP.</a:t>
            </a:r>
          </a:p>
        </p:txBody>
      </p:sp>
      <p:sp>
        <p:nvSpPr>
          <p:cNvPr id="15" name="">
            <a:extLst xmlns:a="http://schemas.openxmlformats.org/drawingml/2006/main">
              <a:ext uri="{FF2B5EF4-FFF2-40B4-BE49-F238E27FC236}">
                <a16:creationId xmlns:a16="http://schemas.microsoft.com/office/drawing/2014/main" id="{63C0ADD4-BE77-4429-947C-3A589C94AC37}"/>
              </a:ext>
            </a:extLst>
          </p:cNvPr>
          <p:cNvSpPr>
            <a:spLocks xmlns:a="http://schemas.openxmlformats.org/drawingml/2006/main" noGrp="1"/>
          </p:cNvSpPr>
          <p:nvPr/>
        </p:nvSpPr>
        <p:spPr>
          <a:xfrm xmlns:a="http://schemas.openxmlformats.org/drawingml/2006/main">
            <a:off x="609600" y="47529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CRITERIO DE SALIDA">
            <a:extLst xmlns:a="http://schemas.openxmlformats.org/drawingml/2006/main">
              <a:ext uri="{FF2B5EF4-FFF2-40B4-BE49-F238E27FC236}">
                <a16:creationId xmlns:a16="http://schemas.microsoft.com/office/drawing/2014/main" id="{033255E4-DCC4-409C-A9AC-9B9B39E9654B}"/>
              </a:ext>
            </a:extLst>
          </p:cNvPr>
          <p:cNvSpPr>
            <a:spLocks xmlns:a="http://schemas.openxmlformats.org/drawingml/2006/main" noGrp="1"/>
          </p:cNvSpPr>
          <p:nvPr/>
        </p:nvSpPr>
        <p:spPr>
          <a:xfrm xmlns:a="http://schemas.openxmlformats.org/drawingml/2006/main">
            <a:off x="742950" y="48291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CRITERIO DE SALIDA</a:t>
            </a:r>
          </a:p>
        </p:txBody>
      </p:sp>
      <p:sp>
        <p:nvSpPr>
          <p:cNvPr id="17" name="Reenvíos y reinicios conservan las operaciones.&#10;Ba">
            <a:extLst xmlns:a="http://schemas.openxmlformats.org/drawingml/2006/main">
              <a:ext uri="{FF2B5EF4-FFF2-40B4-BE49-F238E27FC236}">
                <a16:creationId xmlns:a16="http://schemas.microsoft.com/office/drawing/2014/main" id="{A62DBDE0-FE1F-42EF-8493-35A070D6A92F}"/>
              </a:ext>
            </a:extLst>
          </p:cNvPr>
          <p:cNvSpPr>
            <a:spLocks xmlns:a="http://schemas.openxmlformats.org/drawingml/2006/main" noGrp="1"/>
          </p:cNvSpPr>
          <p:nvPr/>
        </p:nvSpPr>
        <p:spPr>
          <a:xfrm xmlns:a="http://schemas.openxmlformats.org/drawingml/2006/main">
            <a:off x="742950" y="51149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Reenvíos y reinicios conservan las operaciones.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Backlog conciliado; resultado ERP comprobable.</a:t>
            </a:r>
          </a:p>
        </p:txBody>
      </p:sp>
      <p:sp>
        <p:nvSpPr>
          <p:cNvPr id="18" name="">
            <a:extLst xmlns:a="http://schemas.openxmlformats.org/drawingml/2006/main">
              <a:ext uri="{FF2B5EF4-FFF2-40B4-BE49-F238E27FC236}">
                <a16:creationId xmlns:a16="http://schemas.microsoft.com/office/drawing/2014/main" id="{D9798D86-43F3-4C84-9A43-98CBCD3AF289}"/>
              </a:ext>
            </a:extLst>
          </p:cNvPr>
          <p:cNvSpPr>
            <a:spLocks xmlns:a="http://schemas.openxmlformats.org/drawingml/2006/main" noGrp="1"/>
          </p:cNvSpPr>
          <p:nvPr/>
        </p:nvSpPr>
        <p:spPr>
          <a:xfrm xmlns:a="http://schemas.openxmlformats.org/drawingml/2006/main">
            <a:off x="6286500" y="2238375"/>
            <a:ext cx="5295900" cy="45720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9" name="04 / Jornada de tienda">
            <a:extLst xmlns:a="http://schemas.openxmlformats.org/drawingml/2006/main">
              <a:ext uri="{FF2B5EF4-FFF2-40B4-BE49-F238E27FC236}">
                <a16:creationId xmlns:a16="http://schemas.microsoft.com/office/drawing/2014/main" id="{52E2FBFE-8933-498E-ABFD-F6BF61079CBF}"/>
              </a:ext>
            </a:extLst>
          </p:cNvPr>
          <p:cNvSpPr>
            <a:spLocks xmlns:a="http://schemas.openxmlformats.org/drawingml/2006/main" noGrp="1"/>
          </p:cNvSpPr>
          <p:nvPr/>
        </p:nvSpPr>
        <p:spPr>
          <a:xfrm xmlns:a="http://schemas.openxmlformats.org/drawingml/2006/main">
            <a:off x="6429375" y="2314575"/>
            <a:ext cx="5010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04 / Jornada de tienda</a:t>
            </a:r>
          </a:p>
        </p:txBody>
      </p:sp>
      <p:sp>
        <p:nvSpPr>
          <p:cNvPr id="20" name="">
            <a:extLst xmlns:a="http://schemas.openxmlformats.org/drawingml/2006/main">
              <a:ext uri="{FF2B5EF4-FFF2-40B4-BE49-F238E27FC236}">
                <a16:creationId xmlns:a16="http://schemas.microsoft.com/office/drawing/2014/main" id="{C89C7CE9-E876-4558-B62E-47F6CA77CF23}"/>
              </a:ext>
            </a:extLst>
          </p:cNvPr>
          <p:cNvSpPr>
            <a:spLocks xmlns:a="http://schemas.openxmlformats.org/drawingml/2006/main" noGrp="1"/>
          </p:cNvSpPr>
          <p:nvPr/>
        </p:nvSpPr>
        <p:spPr>
          <a:xfrm xmlns:a="http://schemas.openxmlformats.org/drawingml/2006/main">
            <a:off x="6286500" y="28098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1" name="DEMO AL CLIENTE">
            <a:extLst xmlns:a="http://schemas.openxmlformats.org/drawingml/2006/main">
              <a:ext uri="{FF2B5EF4-FFF2-40B4-BE49-F238E27FC236}">
                <a16:creationId xmlns:a16="http://schemas.microsoft.com/office/drawing/2014/main" id="{24D23395-5D75-47C5-BA0A-32145C6564B2}"/>
              </a:ext>
            </a:extLst>
          </p:cNvPr>
          <p:cNvSpPr>
            <a:spLocks xmlns:a="http://schemas.openxmlformats.org/drawingml/2006/main" noGrp="1"/>
          </p:cNvSpPr>
          <p:nvPr/>
        </p:nvSpPr>
        <p:spPr>
          <a:xfrm xmlns:a="http://schemas.openxmlformats.org/drawingml/2006/main">
            <a:off x="6419850" y="28860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DEMO AL CLIENTE</a:t>
            </a:r>
          </a:p>
        </p:txBody>
      </p:sp>
      <p:sp>
        <p:nvSpPr>
          <p:cNvPr id="22" name="Devolución autorizada, cobranza y anticipo.&#10;Arqueo">
            <a:extLst xmlns:a="http://schemas.openxmlformats.org/drawingml/2006/main">
              <a:ext uri="{FF2B5EF4-FFF2-40B4-BE49-F238E27FC236}">
                <a16:creationId xmlns:a16="http://schemas.microsoft.com/office/drawing/2014/main" id="{0CC31C4E-20C4-4688-ABF2-46A71DD8597E}"/>
              </a:ext>
            </a:extLst>
          </p:cNvPr>
          <p:cNvSpPr>
            <a:spLocks xmlns:a="http://schemas.openxmlformats.org/drawingml/2006/main" noGrp="1"/>
          </p:cNvSpPr>
          <p:nvPr/>
        </p:nvSpPr>
        <p:spPr>
          <a:xfrm xmlns:a="http://schemas.openxmlformats.org/drawingml/2006/main">
            <a:off x="6419850" y="31718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Devolución autorizada, cobranza y anticipo.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Arqueo, cierre y reporte con diferencias visibles.</a:t>
            </a:r>
          </a:p>
        </p:txBody>
      </p:sp>
      <p:sp>
        <p:nvSpPr>
          <p:cNvPr id="23" name="">
            <a:extLst xmlns:a="http://schemas.openxmlformats.org/drawingml/2006/main">
              <a:ext uri="{FF2B5EF4-FFF2-40B4-BE49-F238E27FC236}">
                <a16:creationId xmlns:a16="http://schemas.microsoft.com/office/drawing/2014/main" id="{1650F60A-123C-40D6-8A1B-CAAFE83FB338}"/>
              </a:ext>
            </a:extLst>
          </p:cNvPr>
          <p:cNvSpPr>
            <a:spLocks xmlns:a="http://schemas.openxmlformats.org/drawingml/2006/main" noGrp="1"/>
          </p:cNvSpPr>
          <p:nvPr/>
        </p:nvSpPr>
        <p:spPr>
          <a:xfrm xmlns:a="http://schemas.openxmlformats.org/drawingml/2006/main">
            <a:off x="6286500" y="378142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TRABAJO DE DESARROLLO">
            <a:extLst xmlns:a="http://schemas.openxmlformats.org/drawingml/2006/main">
              <a:ext uri="{FF2B5EF4-FFF2-40B4-BE49-F238E27FC236}">
                <a16:creationId xmlns:a16="http://schemas.microsoft.com/office/drawing/2014/main" id="{8BC63BFC-FA56-4EDB-BD19-C5E50CB6E5D6}"/>
              </a:ext>
            </a:extLst>
          </p:cNvPr>
          <p:cNvSpPr>
            <a:spLocks xmlns:a="http://schemas.openxmlformats.org/drawingml/2006/main" noGrp="1"/>
          </p:cNvSpPr>
          <p:nvPr/>
        </p:nvSpPr>
        <p:spPr>
          <a:xfrm xmlns:a="http://schemas.openxmlformats.org/drawingml/2006/main">
            <a:off x="6419850" y="385762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TRABAJO DE DESARROLLO</a:t>
            </a:r>
          </a:p>
        </p:txBody>
      </p:sp>
      <p:sp>
        <p:nvSpPr>
          <p:cNvPr id="25" name="Saldos, referencias originales y aprobaciones.&#10;Con">
            <a:extLst xmlns:a="http://schemas.openxmlformats.org/drawingml/2006/main">
              <a:ext uri="{FF2B5EF4-FFF2-40B4-BE49-F238E27FC236}">
                <a16:creationId xmlns:a16="http://schemas.microsoft.com/office/drawing/2014/main" id="{656013EC-3412-4F58-B4B2-434AF28AF765}"/>
              </a:ext>
            </a:extLst>
          </p:cNvPr>
          <p:cNvSpPr>
            <a:spLocks xmlns:a="http://schemas.openxmlformats.org/drawingml/2006/main" noGrp="1"/>
          </p:cNvSpPr>
          <p:nvPr/>
        </p:nvSpPr>
        <p:spPr>
          <a:xfrm xmlns:a="http://schemas.openxmlformats.org/drawingml/2006/main">
            <a:off x="6419850" y="414337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Saldos, referencias originales y aprobaciones.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Consultas operativas y conciliación por jornada.</a:t>
            </a:r>
          </a:p>
        </p:txBody>
      </p:sp>
      <p:sp>
        <p:nvSpPr>
          <p:cNvPr id="26" name="">
            <a:extLst xmlns:a="http://schemas.openxmlformats.org/drawingml/2006/main">
              <a:ext uri="{FF2B5EF4-FFF2-40B4-BE49-F238E27FC236}">
                <a16:creationId xmlns:a16="http://schemas.microsoft.com/office/drawing/2014/main" id="{2C099F2C-F0BE-460C-B3D5-79AB399DA4B0}"/>
              </a:ext>
            </a:extLst>
          </p:cNvPr>
          <p:cNvSpPr>
            <a:spLocks xmlns:a="http://schemas.openxmlformats.org/drawingml/2006/main" noGrp="1"/>
          </p:cNvSpPr>
          <p:nvPr/>
        </p:nvSpPr>
        <p:spPr>
          <a:xfrm xmlns:a="http://schemas.openxmlformats.org/drawingml/2006/main">
            <a:off x="6286500" y="47529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7" name="CRITERIO DE SALIDA">
            <a:extLst xmlns:a="http://schemas.openxmlformats.org/drawingml/2006/main">
              <a:ext uri="{FF2B5EF4-FFF2-40B4-BE49-F238E27FC236}">
                <a16:creationId xmlns:a16="http://schemas.microsoft.com/office/drawing/2014/main" id="{D6D43732-E4CA-40C2-AB38-6C25B5DF1082}"/>
              </a:ext>
            </a:extLst>
          </p:cNvPr>
          <p:cNvSpPr>
            <a:spLocks xmlns:a="http://schemas.openxmlformats.org/drawingml/2006/main" noGrp="1"/>
          </p:cNvSpPr>
          <p:nvPr/>
        </p:nvSpPr>
        <p:spPr>
          <a:xfrm xmlns:a="http://schemas.openxmlformats.org/drawingml/2006/main">
            <a:off x="6419850" y="48291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CRITERIO DE SALIDA</a:t>
            </a:r>
          </a:p>
        </p:txBody>
      </p:sp>
      <p:sp>
        <p:nvSpPr>
          <p:cNvPr id="28" name="No se devuelve ni consume dos veces un saldo.&#10;Caja">
            <a:extLst xmlns:a="http://schemas.openxmlformats.org/drawingml/2006/main">
              <a:ext uri="{FF2B5EF4-FFF2-40B4-BE49-F238E27FC236}">
                <a16:creationId xmlns:a16="http://schemas.microsoft.com/office/drawing/2014/main" id="{05FD8620-9BB4-48E1-85AB-49D32F09C924}"/>
              </a:ext>
            </a:extLst>
          </p:cNvPr>
          <p:cNvSpPr>
            <a:spLocks xmlns:a="http://schemas.openxmlformats.org/drawingml/2006/main" noGrp="1"/>
          </p:cNvSpPr>
          <p:nvPr/>
        </p:nvSpPr>
        <p:spPr>
          <a:xfrm xmlns:a="http://schemas.openxmlformats.org/drawingml/2006/main">
            <a:off x="6419850" y="51149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No se devuelve ni consume dos veces un saldo.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Caja, pagos, documentos y ERP se concilian.</a:t>
            </a:r>
          </a:p>
        </p:txBody>
      </p:sp>
      <p:sp>
        <p:nvSpPr>
          <p:cNvPr id="29" name="">
            <a:extLst xmlns:a="http://schemas.openxmlformats.org/drawingml/2006/main">
              <a:ext uri="{FF2B5EF4-FFF2-40B4-BE49-F238E27FC236}">
                <a16:creationId xmlns:a16="http://schemas.microsoft.com/office/drawing/2014/main" id="{6C67AABA-8806-4690-A0AD-8C9CE85397AF}"/>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30" name="El perfil WAN requiere LAN y servidor de sucursal ">
            <a:extLst xmlns:a="http://schemas.openxmlformats.org/drawingml/2006/main">
              <a:ext uri="{FF2B5EF4-FFF2-40B4-BE49-F238E27FC236}">
                <a16:creationId xmlns:a16="http://schemas.microsoft.com/office/drawing/2014/main" id="{F0989F8E-837E-4336-AF99-8C2F431072A9}"/>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El perfil WAN requiere LAN y servidor de sucursal disponibles. Las operaciones offline se habilitan por política y modalidad.</a:t>
            </a:r>
          </a:p>
        </p:txBody>
      </p:sp>
    </p:spTree>
    <p:extLst>
      <p:ext uri="{BB962C8B-B14F-4D97-AF65-F5344CB8AC3E}">
        <p14:creationId xmlns:p14="http://schemas.microsoft.com/office/powerpoint/2010/main" val="7599583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9F46F271-6553-429A-A4B9-B2AC069847DA}"/>
              </a:ext>
            </a:extLst>
          </p:cNvPr>
          <p:cNvPicPr>
            <a:picLocks xmlns:a="http://schemas.openxmlformats.org/drawingml/2006/main" noChangeAspect="1"/>
          </p:cNvPicPr>
          <p:nvPr/>
        </p:nvPicPr>
        <p:blipFill>
          <a:blip xmlns:r="http://schemas.openxmlformats.org/officeDocument/2006/relationships" xmlns:a="http://schemas.openxmlformats.org/drawingml/2006/main" r:embed="R1db590f502f64de9">
            <a:extLst>
              <a:ext uri="{96DAC541-7B7A-43D3-8B79-37D633B846F1}">
                <asvg:svgBlip xmlns:asvg="http://schemas.microsoft.com/office/drawing/2016/SVG/main" r:embed="R9701bee6cc4440f8"/>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FASES 05 Y 06 / OPERACIÓN ACOMPAÑADA">
            <a:extLst xmlns:a="http://schemas.openxmlformats.org/drawingml/2006/main">
              <a:ext uri="{FF2B5EF4-FFF2-40B4-BE49-F238E27FC236}">
                <a16:creationId xmlns:a16="http://schemas.microsoft.com/office/drawing/2014/main" id="{3971FFE1-35AC-4112-8D34-4D603E1CEC45}"/>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FASES 05 Y 06 / OPERACIÓN ACOMPAÑADA</a:t>
            </a:r>
          </a:p>
        </p:txBody>
      </p:sp>
      <p:sp>
        <p:nvSpPr>
          <p:cNvPr id="3" name="Del piloto a la expansión">
            <a:extLst xmlns:a="http://schemas.openxmlformats.org/drawingml/2006/main">
              <a:ext uri="{FF2B5EF4-FFF2-40B4-BE49-F238E27FC236}">
                <a16:creationId xmlns:a16="http://schemas.microsoft.com/office/drawing/2014/main" id="{891E1DEC-A686-46E3-B12B-CE2E8947D33E}"/>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Del piloto a la expansión</a:t>
            </a:r>
          </a:p>
        </p:txBody>
      </p:sp>
      <p:sp>
        <p:nvSpPr>
          <p:cNvPr id="4" name="">
            <a:extLst xmlns:a="http://schemas.openxmlformats.org/drawingml/2006/main">
              <a:ext uri="{FF2B5EF4-FFF2-40B4-BE49-F238E27FC236}">
                <a16:creationId xmlns:a16="http://schemas.microsoft.com/office/drawing/2014/main" id="{7025EDC1-A005-4A7F-A15A-CBDE1E565505}"/>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CF105EFF-50B5-4B95-80B6-270A694EBC6B}"/>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15 / 16">
            <a:extLst xmlns:a="http://schemas.openxmlformats.org/drawingml/2006/main">
              <a:ext uri="{FF2B5EF4-FFF2-40B4-BE49-F238E27FC236}">
                <a16:creationId xmlns:a16="http://schemas.microsoft.com/office/drawing/2014/main" id="{31EC0B00-8216-4DC6-A17D-DD28FB75EEA4}"/>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15 / 16</a:t>
            </a:r>
          </a:p>
        </p:txBody>
      </p:sp>
      <p:sp>
        <p:nvSpPr>
          <p:cNvPr id="7" name="">
            <a:extLst xmlns:a="http://schemas.openxmlformats.org/drawingml/2006/main">
              <a:ext uri="{FF2B5EF4-FFF2-40B4-BE49-F238E27FC236}">
                <a16:creationId xmlns:a16="http://schemas.microsoft.com/office/drawing/2014/main" id="{AD9C0C79-0F75-4E73-99B4-541B2D5B7C4F}"/>
              </a:ext>
            </a:extLst>
          </p:cNvPr>
          <p:cNvSpPr>
            <a:spLocks xmlns:a="http://schemas.openxmlformats.org/drawingml/2006/main" noGrp="1"/>
          </p:cNvSpPr>
          <p:nvPr/>
        </p:nvSpPr>
        <p:spPr>
          <a:xfrm xmlns:a="http://schemas.openxmlformats.org/drawingml/2006/main">
            <a:off x="609600" y="2238375"/>
            <a:ext cx="5295900" cy="45720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8" name="05 / Piloto controlado">
            <a:extLst xmlns:a="http://schemas.openxmlformats.org/drawingml/2006/main">
              <a:ext uri="{FF2B5EF4-FFF2-40B4-BE49-F238E27FC236}">
                <a16:creationId xmlns:a16="http://schemas.microsoft.com/office/drawing/2014/main" id="{B0DE607F-A9FC-4B15-AA45-33B63B5A8E30}"/>
              </a:ext>
            </a:extLst>
          </p:cNvPr>
          <p:cNvSpPr>
            <a:spLocks xmlns:a="http://schemas.openxmlformats.org/drawingml/2006/main" noGrp="1"/>
          </p:cNvSpPr>
          <p:nvPr/>
        </p:nvSpPr>
        <p:spPr>
          <a:xfrm xmlns:a="http://schemas.openxmlformats.org/drawingml/2006/main">
            <a:off x="752475" y="2314575"/>
            <a:ext cx="5010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05 / Piloto controlado</a:t>
            </a:r>
          </a:p>
        </p:txBody>
      </p:sp>
      <p:sp>
        <p:nvSpPr>
          <p:cNvPr id="9" name="">
            <a:extLst xmlns:a="http://schemas.openxmlformats.org/drawingml/2006/main">
              <a:ext uri="{FF2B5EF4-FFF2-40B4-BE49-F238E27FC236}">
                <a16:creationId xmlns:a16="http://schemas.microsoft.com/office/drawing/2014/main" id="{9A74C2FA-F2C7-4632-9942-996505B72E0C}"/>
              </a:ext>
            </a:extLst>
          </p:cNvPr>
          <p:cNvSpPr>
            <a:spLocks xmlns:a="http://schemas.openxmlformats.org/drawingml/2006/main" noGrp="1"/>
          </p:cNvSpPr>
          <p:nvPr/>
        </p:nvSpPr>
        <p:spPr>
          <a:xfrm xmlns:a="http://schemas.openxmlformats.org/drawingml/2006/main">
            <a:off x="609600" y="28098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DEMO Y VALIDACIÓN">
            <a:extLst xmlns:a="http://schemas.openxmlformats.org/drawingml/2006/main">
              <a:ext uri="{FF2B5EF4-FFF2-40B4-BE49-F238E27FC236}">
                <a16:creationId xmlns:a16="http://schemas.microsoft.com/office/drawing/2014/main" id="{77A5E43E-828E-4BC4-A5E4-BD81965B4ABA}"/>
              </a:ext>
            </a:extLst>
          </p:cNvPr>
          <p:cNvSpPr>
            <a:spLocks xmlns:a="http://schemas.openxmlformats.org/drawingml/2006/main" noGrp="1"/>
          </p:cNvSpPr>
          <p:nvPr/>
        </p:nvSpPr>
        <p:spPr>
          <a:xfrm xmlns:a="http://schemas.openxmlformats.org/drawingml/2006/main">
            <a:off x="742950" y="28860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DEMO Y VALIDACIÓN</a:t>
            </a:r>
          </a:p>
        </p:txBody>
      </p:sp>
      <p:sp>
        <p:nvSpPr>
          <p:cNvPr id="11" name="Una tienda, cajas y operadores seleccionados.&#10;Jorn">
            <a:extLst xmlns:a="http://schemas.openxmlformats.org/drawingml/2006/main">
              <a:ext uri="{FF2B5EF4-FFF2-40B4-BE49-F238E27FC236}">
                <a16:creationId xmlns:a16="http://schemas.microsoft.com/office/drawing/2014/main" id="{4E83E03D-D820-4222-9322-D98A5C77254F}"/>
              </a:ext>
            </a:extLst>
          </p:cNvPr>
          <p:cNvSpPr>
            <a:spLocks xmlns:a="http://schemas.openxmlformats.org/drawingml/2006/main" noGrp="1"/>
          </p:cNvSpPr>
          <p:nvPr/>
        </p:nvSpPr>
        <p:spPr>
          <a:xfrm xmlns:a="http://schemas.openxmlformats.org/drawingml/2006/main">
            <a:off x="742950" y="31718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Una tienda, cajas y operadores seleccionados.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Jornada completa con seguimiento del equipo.</a:t>
            </a:r>
          </a:p>
        </p:txBody>
      </p:sp>
      <p:sp>
        <p:nvSpPr>
          <p:cNvPr id="12" name="">
            <a:extLst xmlns:a="http://schemas.openxmlformats.org/drawingml/2006/main">
              <a:ext uri="{FF2B5EF4-FFF2-40B4-BE49-F238E27FC236}">
                <a16:creationId xmlns:a16="http://schemas.microsoft.com/office/drawing/2014/main" id="{B4642B1C-D7BD-433D-8891-6250D7B06C49}"/>
              </a:ext>
            </a:extLst>
          </p:cNvPr>
          <p:cNvSpPr>
            <a:spLocks xmlns:a="http://schemas.openxmlformats.org/drawingml/2006/main" noGrp="1"/>
          </p:cNvSpPr>
          <p:nvPr/>
        </p:nvSpPr>
        <p:spPr>
          <a:xfrm xmlns:a="http://schemas.openxmlformats.org/drawingml/2006/main">
            <a:off x="609600" y="378142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3" name="PREPARACIÓN OPERATIVA">
            <a:extLst xmlns:a="http://schemas.openxmlformats.org/drawingml/2006/main">
              <a:ext uri="{FF2B5EF4-FFF2-40B4-BE49-F238E27FC236}">
                <a16:creationId xmlns:a16="http://schemas.microsoft.com/office/drawing/2014/main" id="{B0F871D9-13B0-470B-B2EB-99135367DA25}"/>
              </a:ext>
            </a:extLst>
          </p:cNvPr>
          <p:cNvSpPr>
            <a:spLocks xmlns:a="http://schemas.openxmlformats.org/drawingml/2006/main" noGrp="1"/>
          </p:cNvSpPr>
          <p:nvPr/>
        </p:nvSpPr>
        <p:spPr>
          <a:xfrm xmlns:a="http://schemas.openxmlformats.org/drawingml/2006/main">
            <a:off x="742950" y="385762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PREPARACIÓN OPERATIVA</a:t>
            </a:r>
          </a:p>
        </p:txBody>
      </p:sp>
      <p:sp>
        <p:nvSpPr>
          <p:cNvPr id="14" name="Proveedores y equipos homologados; formación.&#10;Aler">
            <a:extLst xmlns:a="http://schemas.openxmlformats.org/drawingml/2006/main">
              <a:ext uri="{FF2B5EF4-FFF2-40B4-BE49-F238E27FC236}">
                <a16:creationId xmlns:a16="http://schemas.microsoft.com/office/drawing/2014/main" id="{E01B9C54-789C-4288-9FF7-8C793B8CD2B5}"/>
              </a:ext>
            </a:extLst>
          </p:cNvPr>
          <p:cNvSpPr>
            <a:spLocks xmlns:a="http://schemas.openxmlformats.org/drawingml/2006/main" noGrp="1"/>
          </p:cNvSpPr>
          <p:nvPr/>
        </p:nvSpPr>
        <p:spPr>
          <a:xfrm xmlns:a="http://schemas.openxmlformats.org/drawingml/2006/main">
            <a:off x="742950" y="414337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Proveedores y equipos homologados; formación.</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Alertas, backups, restore y versión firmada.</a:t>
            </a:r>
          </a:p>
        </p:txBody>
      </p:sp>
      <p:sp>
        <p:nvSpPr>
          <p:cNvPr id="15" name="">
            <a:extLst xmlns:a="http://schemas.openxmlformats.org/drawingml/2006/main">
              <a:ext uri="{FF2B5EF4-FFF2-40B4-BE49-F238E27FC236}">
                <a16:creationId xmlns:a16="http://schemas.microsoft.com/office/drawing/2014/main" id="{2A87468D-877C-45BD-B06D-257B3008803E}"/>
              </a:ext>
            </a:extLst>
          </p:cNvPr>
          <p:cNvSpPr>
            <a:spLocks xmlns:a="http://schemas.openxmlformats.org/drawingml/2006/main" noGrp="1"/>
          </p:cNvSpPr>
          <p:nvPr/>
        </p:nvSpPr>
        <p:spPr>
          <a:xfrm xmlns:a="http://schemas.openxmlformats.org/drawingml/2006/main">
            <a:off x="609600" y="47529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6" name="CRITERIO DE SALIDA">
            <a:extLst xmlns:a="http://schemas.openxmlformats.org/drawingml/2006/main">
              <a:ext uri="{FF2B5EF4-FFF2-40B4-BE49-F238E27FC236}">
                <a16:creationId xmlns:a16="http://schemas.microsoft.com/office/drawing/2014/main" id="{0579A1B9-485B-4DA9-B4DF-240D80F96595}"/>
              </a:ext>
            </a:extLst>
          </p:cNvPr>
          <p:cNvSpPr>
            <a:spLocks xmlns:a="http://schemas.openxmlformats.org/drawingml/2006/main" noGrp="1"/>
          </p:cNvSpPr>
          <p:nvPr/>
        </p:nvSpPr>
        <p:spPr>
          <a:xfrm xmlns:a="http://schemas.openxmlformats.org/drawingml/2006/main">
            <a:off x="742950" y="48291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CRITERIO DE SALIDA</a:t>
            </a:r>
          </a:p>
        </p:txBody>
      </p:sp>
      <p:sp>
        <p:nvSpPr>
          <p:cNvPr id="17" name="Conciliación aceptada y recuperación ensayada.&#10;Sin">
            <a:extLst xmlns:a="http://schemas.openxmlformats.org/drawingml/2006/main">
              <a:ext uri="{FF2B5EF4-FFF2-40B4-BE49-F238E27FC236}">
                <a16:creationId xmlns:a16="http://schemas.microsoft.com/office/drawing/2014/main" id="{B963EA4C-B374-400F-91D3-1FF0917F39E1}"/>
              </a:ext>
            </a:extLst>
          </p:cNvPr>
          <p:cNvSpPr>
            <a:spLocks xmlns:a="http://schemas.openxmlformats.org/drawingml/2006/main" noGrp="1"/>
          </p:cNvSpPr>
          <p:nvPr/>
        </p:nvSpPr>
        <p:spPr>
          <a:xfrm xmlns:a="http://schemas.openxmlformats.org/drawingml/2006/main">
            <a:off x="742950" y="51149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Conciliación aceptada y recuperación ensayada.</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Sin defectos críticos; soporte y métricas acordados.</a:t>
            </a:r>
          </a:p>
        </p:txBody>
      </p:sp>
      <p:sp>
        <p:nvSpPr>
          <p:cNvPr id="18" name="">
            <a:extLst xmlns:a="http://schemas.openxmlformats.org/drawingml/2006/main">
              <a:ext uri="{FF2B5EF4-FFF2-40B4-BE49-F238E27FC236}">
                <a16:creationId xmlns:a16="http://schemas.microsoft.com/office/drawing/2014/main" id="{9DB8A9AD-5FAA-4832-809A-20FD5665F0BE}"/>
              </a:ext>
            </a:extLst>
          </p:cNvPr>
          <p:cNvSpPr>
            <a:spLocks xmlns:a="http://schemas.openxmlformats.org/drawingml/2006/main" noGrp="1"/>
          </p:cNvSpPr>
          <p:nvPr/>
        </p:nvSpPr>
        <p:spPr>
          <a:xfrm xmlns:a="http://schemas.openxmlformats.org/drawingml/2006/main">
            <a:off x="6286500" y="2238375"/>
            <a:ext cx="5295900" cy="45720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19" name="06 / Expansión validada">
            <a:extLst xmlns:a="http://schemas.openxmlformats.org/drawingml/2006/main">
              <a:ext uri="{FF2B5EF4-FFF2-40B4-BE49-F238E27FC236}">
                <a16:creationId xmlns:a16="http://schemas.microsoft.com/office/drawing/2014/main" id="{AC961A57-881B-4767-8E05-0858D1111969}"/>
              </a:ext>
            </a:extLst>
          </p:cNvPr>
          <p:cNvSpPr>
            <a:spLocks xmlns:a="http://schemas.openxmlformats.org/drawingml/2006/main" noGrp="1"/>
          </p:cNvSpPr>
          <p:nvPr/>
        </p:nvSpPr>
        <p:spPr>
          <a:xfrm xmlns:a="http://schemas.openxmlformats.org/drawingml/2006/main">
            <a:off x="6429375" y="2314575"/>
            <a:ext cx="5010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06 / Expansión validada</a:t>
            </a:r>
          </a:p>
        </p:txBody>
      </p:sp>
      <p:sp>
        <p:nvSpPr>
          <p:cNvPr id="20" name="">
            <a:extLst xmlns:a="http://schemas.openxmlformats.org/drawingml/2006/main">
              <a:ext uri="{FF2B5EF4-FFF2-40B4-BE49-F238E27FC236}">
                <a16:creationId xmlns:a16="http://schemas.microsoft.com/office/drawing/2014/main" id="{98607867-D4B0-4884-B143-0A19633DACF9}"/>
              </a:ext>
            </a:extLst>
          </p:cNvPr>
          <p:cNvSpPr>
            <a:spLocks xmlns:a="http://schemas.openxmlformats.org/drawingml/2006/main" noGrp="1"/>
          </p:cNvSpPr>
          <p:nvPr/>
        </p:nvSpPr>
        <p:spPr>
          <a:xfrm xmlns:a="http://schemas.openxmlformats.org/drawingml/2006/main">
            <a:off x="6286500" y="28098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1" name="DEMO AL CLIENTE">
            <a:extLst xmlns:a="http://schemas.openxmlformats.org/drawingml/2006/main">
              <a:ext uri="{FF2B5EF4-FFF2-40B4-BE49-F238E27FC236}">
                <a16:creationId xmlns:a16="http://schemas.microsoft.com/office/drawing/2014/main" id="{4DC56ADE-ECA6-44F2-8925-535D45C0E14D}"/>
              </a:ext>
            </a:extLst>
          </p:cNvPr>
          <p:cNvSpPr>
            <a:spLocks xmlns:a="http://schemas.openxmlformats.org/drawingml/2006/main" noGrp="1"/>
          </p:cNvSpPr>
          <p:nvPr/>
        </p:nvSpPr>
        <p:spPr>
          <a:xfrm xmlns:a="http://schemas.openxmlformats.org/drawingml/2006/main">
            <a:off x="6419850" y="28860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DEMO AL CLIENTE</a:t>
            </a:r>
          </a:p>
        </p:txBody>
      </p:sp>
      <p:sp>
        <p:nvSpPr>
          <p:cNvPr id="22" name="Mismo recorrido en un segundo país.&#10;Móvil en un us">
            <a:extLst xmlns:a="http://schemas.openxmlformats.org/drawingml/2006/main">
              <a:ext uri="{FF2B5EF4-FFF2-40B4-BE49-F238E27FC236}">
                <a16:creationId xmlns:a16="http://schemas.microsoft.com/office/drawing/2014/main" id="{3DB643EB-78C6-4A09-8AD8-89B1406BB515}"/>
              </a:ext>
            </a:extLst>
          </p:cNvPr>
          <p:cNvSpPr>
            <a:spLocks xmlns:a="http://schemas.openxmlformats.org/drawingml/2006/main" noGrp="1"/>
          </p:cNvSpPr>
          <p:nvPr/>
        </p:nvSpPr>
        <p:spPr>
          <a:xfrm xmlns:a="http://schemas.openxmlformats.org/drawingml/2006/main">
            <a:off x="6419850" y="31718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Mismo recorrido en un segundo país.</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Móvil en un uso acotado y homologado.</a:t>
            </a:r>
          </a:p>
        </p:txBody>
      </p:sp>
      <p:sp>
        <p:nvSpPr>
          <p:cNvPr id="23" name="">
            <a:extLst xmlns:a="http://schemas.openxmlformats.org/drawingml/2006/main">
              <a:ext uri="{FF2B5EF4-FFF2-40B4-BE49-F238E27FC236}">
                <a16:creationId xmlns:a16="http://schemas.microsoft.com/office/drawing/2014/main" id="{2647CA75-86B9-4258-A598-452E8B945C14}"/>
              </a:ext>
            </a:extLst>
          </p:cNvPr>
          <p:cNvSpPr>
            <a:spLocks xmlns:a="http://schemas.openxmlformats.org/drawingml/2006/main" noGrp="1"/>
          </p:cNvSpPr>
          <p:nvPr/>
        </p:nvSpPr>
        <p:spPr>
          <a:xfrm xmlns:a="http://schemas.openxmlformats.org/drawingml/2006/main">
            <a:off x="6286500" y="378142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4" name="TRABAJO DE DESARROLLO">
            <a:extLst xmlns:a="http://schemas.openxmlformats.org/drawingml/2006/main">
              <a:ext uri="{FF2B5EF4-FFF2-40B4-BE49-F238E27FC236}">
                <a16:creationId xmlns:a16="http://schemas.microsoft.com/office/drawing/2014/main" id="{2DA8A105-89B8-4806-B58B-6BF2A2E3AA16}"/>
              </a:ext>
            </a:extLst>
          </p:cNvPr>
          <p:cNvSpPr>
            <a:spLocks xmlns:a="http://schemas.openxmlformats.org/drawingml/2006/main" noGrp="1"/>
          </p:cNvSpPr>
          <p:nvPr/>
        </p:nvSpPr>
        <p:spPr>
          <a:xfrm xmlns:a="http://schemas.openxmlformats.org/drawingml/2006/main">
            <a:off x="6419850" y="385762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TRABAJO DE DESARROLLO</a:t>
            </a:r>
          </a:p>
        </p:txBody>
      </p:sp>
      <p:sp>
        <p:nvSpPr>
          <p:cNvPr id="25" name="Políticas y adaptadores del país siguiente.&#10;Distri">
            <a:extLst xmlns:a="http://schemas.openxmlformats.org/drawingml/2006/main">
              <a:ext uri="{FF2B5EF4-FFF2-40B4-BE49-F238E27FC236}">
                <a16:creationId xmlns:a16="http://schemas.microsoft.com/office/drawing/2014/main" id="{FAD0BB6A-4E68-46BE-9108-F7D79E835A3C}"/>
              </a:ext>
            </a:extLst>
          </p:cNvPr>
          <p:cNvSpPr>
            <a:spLocks xmlns:a="http://schemas.openxmlformats.org/drawingml/2006/main" noGrp="1"/>
          </p:cNvSpPr>
          <p:nvPr/>
        </p:nvSpPr>
        <p:spPr>
          <a:xfrm xmlns:a="http://schemas.openxmlformats.org/drawingml/2006/main">
            <a:off x="6419850" y="414337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Políticas y adaptadores del país siguiente.</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Distribución por anillos y versiones compatibles.</a:t>
            </a:r>
          </a:p>
        </p:txBody>
      </p:sp>
      <p:sp>
        <p:nvSpPr>
          <p:cNvPr id="26" name="">
            <a:extLst xmlns:a="http://schemas.openxmlformats.org/drawingml/2006/main">
              <a:ext uri="{FF2B5EF4-FFF2-40B4-BE49-F238E27FC236}">
                <a16:creationId xmlns:a16="http://schemas.microsoft.com/office/drawing/2014/main" id="{3C5AFB2E-A0F1-4ABA-84C2-0007169B407D}"/>
              </a:ext>
            </a:extLst>
          </p:cNvPr>
          <p:cNvSpPr>
            <a:spLocks xmlns:a="http://schemas.openxmlformats.org/drawingml/2006/main" noGrp="1"/>
          </p:cNvSpPr>
          <p:nvPr/>
        </p:nvSpPr>
        <p:spPr>
          <a:xfrm xmlns:a="http://schemas.openxmlformats.org/drawingml/2006/main">
            <a:off x="6286500" y="4752975"/>
            <a:ext cx="5295900" cy="8953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7" name="CRITERIO DE SALIDA">
            <a:extLst xmlns:a="http://schemas.openxmlformats.org/drawingml/2006/main">
              <a:ext uri="{FF2B5EF4-FFF2-40B4-BE49-F238E27FC236}">
                <a16:creationId xmlns:a16="http://schemas.microsoft.com/office/drawing/2014/main" id="{FA6BC0E9-352A-40AA-99F1-3E558FE04F91}"/>
              </a:ext>
            </a:extLst>
          </p:cNvPr>
          <p:cNvSpPr>
            <a:spLocks xmlns:a="http://schemas.openxmlformats.org/drawingml/2006/main" noGrp="1"/>
          </p:cNvSpPr>
          <p:nvPr/>
        </p:nvSpPr>
        <p:spPr>
          <a:xfrm xmlns:a="http://schemas.openxmlformats.org/drawingml/2006/main">
            <a:off x="6419850" y="4829175"/>
            <a:ext cx="502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6DB6"/>
                </a:solidFill>
                <a:latin typeface="Inter"/>
                <a:ea typeface="Inter"/>
                <a:cs typeface="Inter"/>
              </a:defRPr>
            </a:defPPr>
            <a:lvl1pPr>
              <a:defRPr sz="1425" b="1">
                <a:solidFill>
                  <a:srgbClr val="006DB6"/>
                </a:solidFill>
                <a:latin typeface="Inter"/>
                <a:ea typeface="Inter"/>
                <a:cs typeface="Inter"/>
              </a:defRPr>
            </a:lvl1pPr>
            <a:lvl2pPr>
              <a:defRPr sz="1425" b="1">
                <a:solidFill>
                  <a:srgbClr val="006DB6"/>
                </a:solidFill>
                <a:latin typeface="Inter"/>
                <a:ea typeface="Inter"/>
                <a:cs typeface="Inter"/>
              </a:defRPr>
            </a:lvl2pPr>
            <a:lvl3pPr>
              <a:defRPr sz="1425" b="1">
                <a:solidFill>
                  <a:srgbClr val="006DB6"/>
                </a:solidFill>
                <a:latin typeface="Inter"/>
                <a:ea typeface="Inter"/>
                <a:cs typeface="Inter"/>
              </a:defRPr>
            </a:lvl3pPr>
            <a:lvl4pPr>
              <a:defRPr sz="1425" b="1">
                <a:solidFill>
                  <a:srgbClr val="006DB6"/>
                </a:solidFill>
                <a:latin typeface="Inter"/>
                <a:ea typeface="Inter"/>
                <a:cs typeface="Inter"/>
              </a:defRPr>
            </a:lvl4pPr>
            <a:lvl5pPr>
              <a:defRPr sz="1425" b="1">
                <a:solidFill>
                  <a:srgbClr val="006DB6"/>
                </a:solidFill>
                <a:latin typeface="Inter"/>
                <a:ea typeface="Inter"/>
                <a:cs typeface="Inter"/>
              </a:defRPr>
            </a:lvl5pPr>
            <a:lvl6pPr>
              <a:defRPr sz="1425" b="1">
                <a:solidFill>
                  <a:srgbClr val="006DB6"/>
                </a:solidFill>
                <a:latin typeface="Inter"/>
                <a:ea typeface="Inter"/>
                <a:cs typeface="Inter"/>
              </a:defRPr>
            </a:lvl6pPr>
            <a:lvl7pPr>
              <a:defRPr sz="1425" b="1">
                <a:solidFill>
                  <a:srgbClr val="006DB6"/>
                </a:solidFill>
                <a:latin typeface="Inter"/>
                <a:ea typeface="Inter"/>
                <a:cs typeface="Inter"/>
              </a:defRPr>
            </a:lvl7pPr>
            <a:lvl8pPr>
              <a:defRPr sz="1425" b="1">
                <a:solidFill>
                  <a:srgbClr val="006DB6"/>
                </a:solidFill>
                <a:latin typeface="Inter"/>
                <a:ea typeface="Inter"/>
                <a:cs typeface="Inter"/>
              </a:defRPr>
            </a:lvl8pPr>
            <a:lvl9pPr>
              <a:defRPr sz="1425" b="1">
                <a:solidFill>
                  <a:srgbClr val="006DB6"/>
                </a:solidFill>
                <a:latin typeface="Inter"/>
                <a:ea typeface="Inter"/>
                <a:cs typeface="Inter"/>
              </a:defRPr>
            </a:lvl9pPr>
          </a:lstStyle>
          <a:p xmlns:a="http://schemas.openxmlformats.org/drawingml/2006/main">
            <a:pPr>
              <a:defRPr sz="1425" b="1">
                <a:solidFill>
                  <a:srgbClr val="006DB6"/>
                </a:solidFill>
                <a:latin typeface="Inter"/>
                <a:ea typeface="Inter"/>
                <a:cs typeface="Inter"/>
              </a:defRPr>
            </a:pPr>
            <a:r>
              <a:rPr sz="1425" b="1">
                <a:solidFill>
                  <a:srgbClr val="006DB6"/>
                </a:solidFill>
                <a:latin typeface="Inter"/>
                <a:ea typeface="Inter"/>
                <a:cs typeface="Inter"/>
              </a:rPr>
              <a:t>CRITERIO DE SALIDA</a:t>
            </a:r>
          </a:p>
        </p:txBody>
      </p:sp>
      <p:sp>
        <p:nvSpPr>
          <p:cNvPr id="28" name="Reutilización del núcleo probada por escenario.&#10;Ca">
            <a:extLst xmlns:a="http://schemas.openxmlformats.org/drawingml/2006/main">
              <a:ext uri="{FF2B5EF4-FFF2-40B4-BE49-F238E27FC236}">
                <a16:creationId xmlns:a16="http://schemas.microsoft.com/office/drawing/2014/main" id="{AC36A32F-4A54-4496-9031-54A9F4C4A82A}"/>
              </a:ext>
            </a:extLst>
          </p:cNvPr>
          <p:cNvSpPr>
            <a:spLocks xmlns:a="http://schemas.openxmlformats.org/drawingml/2006/main" noGrp="1"/>
          </p:cNvSpPr>
          <p:nvPr/>
        </p:nvSpPr>
        <p:spPr>
          <a:xfrm xmlns:a="http://schemas.openxmlformats.org/drawingml/2006/main">
            <a:off x="6419850" y="5114925"/>
            <a:ext cx="502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34383E"/>
                </a:solidFill>
                <a:latin typeface="Inter"/>
                <a:ea typeface="Inter"/>
                <a:cs typeface="Inter"/>
              </a:defRPr>
            </a:defPPr>
            <a:lvl1pPr>
              <a:defRPr sz="1575" b="0">
                <a:solidFill>
                  <a:srgbClr val="34383E"/>
                </a:solidFill>
                <a:latin typeface="Inter"/>
                <a:ea typeface="Inter"/>
                <a:cs typeface="Inter"/>
              </a:defRPr>
            </a:lvl1pPr>
            <a:lvl2pPr>
              <a:defRPr sz="1575" b="0">
                <a:solidFill>
                  <a:srgbClr val="34383E"/>
                </a:solidFill>
                <a:latin typeface="Inter"/>
                <a:ea typeface="Inter"/>
                <a:cs typeface="Inter"/>
              </a:defRPr>
            </a:lvl2pPr>
            <a:lvl3pPr>
              <a:defRPr sz="1575" b="0">
                <a:solidFill>
                  <a:srgbClr val="34383E"/>
                </a:solidFill>
                <a:latin typeface="Inter"/>
                <a:ea typeface="Inter"/>
                <a:cs typeface="Inter"/>
              </a:defRPr>
            </a:lvl3pPr>
            <a:lvl4pPr>
              <a:defRPr sz="1575" b="0">
                <a:solidFill>
                  <a:srgbClr val="34383E"/>
                </a:solidFill>
                <a:latin typeface="Inter"/>
                <a:ea typeface="Inter"/>
                <a:cs typeface="Inter"/>
              </a:defRPr>
            </a:lvl4pPr>
            <a:lvl5pPr>
              <a:defRPr sz="1575" b="0">
                <a:solidFill>
                  <a:srgbClr val="34383E"/>
                </a:solidFill>
                <a:latin typeface="Inter"/>
                <a:ea typeface="Inter"/>
                <a:cs typeface="Inter"/>
              </a:defRPr>
            </a:lvl5pPr>
            <a:lvl6pPr>
              <a:defRPr sz="1575" b="0">
                <a:solidFill>
                  <a:srgbClr val="34383E"/>
                </a:solidFill>
                <a:latin typeface="Inter"/>
                <a:ea typeface="Inter"/>
                <a:cs typeface="Inter"/>
              </a:defRPr>
            </a:lvl6pPr>
            <a:lvl7pPr>
              <a:defRPr sz="1575" b="0">
                <a:solidFill>
                  <a:srgbClr val="34383E"/>
                </a:solidFill>
                <a:latin typeface="Inter"/>
                <a:ea typeface="Inter"/>
                <a:cs typeface="Inter"/>
              </a:defRPr>
            </a:lvl7pPr>
            <a:lvl8pPr>
              <a:defRPr sz="1575" b="0">
                <a:solidFill>
                  <a:srgbClr val="34383E"/>
                </a:solidFill>
                <a:latin typeface="Inter"/>
                <a:ea typeface="Inter"/>
                <a:cs typeface="Inter"/>
              </a:defRPr>
            </a:lvl8pPr>
            <a:lvl9pPr>
              <a:defRPr sz="1575" b="0">
                <a:solidFill>
                  <a:srgbClr val="34383E"/>
                </a:solidFill>
                <a:latin typeface="Inter"/>
                <a:ea typeface="Inter"/>
                <a:cs typeface="Inter"/>
              </a:defRPr>
            </a:lvl9pPr>
          </a:lstStyle>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Reutilización del núcleo probada por escenario.</a:t>
            </a:r>
          </a:p>
          <a:p xmlns:a="http://schemas.openxmlformats.org/drawingml/2006/main">
            <a:pPr>
              <a:defRPr sz="1575" b="0">
                <a:solidFill>
                  <a:srgbClr val="34383E"/>
                </a:solidFill>
                <a:latin typeface="Inter"/>
                <a:ea typeface="Inter"/>
                <a:cs typeface="Inter"/>
              </a:defRPr>
            </a:pPr>
            <a:r>
              <a:rPr sz="1575" b="0">
                <a:solidFill>
                  <a:srgbClr val="34383E"/>
                </a:solidFill>
                <a:latin typeface="Inter"/>
                <a:ea typeface="Inter"/>
                <a:cs typeface="Inter"/>
              </a:rPr>
              <a:t>Cada país y canal supera su propia aceptación.</a:t>
            </a:r>
          </a:p>
        </p:txBody>
      </p:sp>
      <p:sp>
        <p:nvSpPr>
          <p:cNvPr id="29" name="">
            <a:extLst xmlns:a="http://schemas.openxmlformats.org/drawingml/2006/main">
              <a:ext uri="{FF2B5EF4-FFF2-40B4-BE49-F238E27FC236}">
                <a16:creationId xmlns:a16="http://schemas.microsoft.com/office/drawing/2014/main" id="{F5946B2C-59F7-4EBC-ABDE-48EEE6993B67}"/>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30" name="Producto y operaciones aprueban cada habilitación.">
            <a:extLst xmlns:a="http://schemas.openxmlformats.org/drawingml/2006/main">
              <a:ext uri="{FF2B5EF4-FFF2-40B4-BE49-F238E27FC236}">
                <a16:creationId xmlns:a16="http://schemas.microsoft.com/office/drawing/2014/main" id="{96387FBC-5DC5-4013-8BCB-B7540F60F2F9}"/>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Producto y operaciones aprueban cada habilitación. IA, RFID y omnicanal quedan como extensiones priorizables posteriores.</a:t>
            </a:r>
          </a:p>
        </p:txBody>
      </p:sp>
    </p:spTree>
    <p:extLst>
      <p:ext uri="{BB962C8B-B14F-4D97-AF65-F5344CB8AC3E}">
        <p14:creationId xmlns:p14="http://schemas.microsoft.com/office/powerpoint/2010/main" val="11768460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3" name="">
            <a:extLst xmlns:a="http://schemas.openxmlformats.org/drawingml/2006/main">
              <a:ext uri="{FF2B5EF4-FFF2-40B4-BE49-F238E27FC236}">
                <a16:creationId xmlns:a16="http://schemas.microsoft.com/office/drawing/2014/main" id="{3290735B-55BB-431A-AECD-558AAE45E122}"/>
              </a:ext>
            </a:extLst>
          </p:cNvPr>
          <p:cNvPicPr>
            <a:picLocks xmlns:a="http://schemas.openxmlformats.org/drawingml/2006/main" noChangeAspect="1"/>
          </p:cNvPicPr>
          <p:nvPr/>
        </p:nvPicPr>
        <p:blipFill>
          <a:blip xmlns:r="http://schemas.openxmlformats.org/officeDocument/2006/relationships" xmlns:a="http://schemas.openxmlformats.org/drawingml/2006/main" r:embed="R24bf75d26730402c">
            <a:extLst>
              <a:ext uri="{96DAC541-7B7A-43D3-8B79-37D633B846F1}">
                <asvg:svgBlip xmlns:asvg="http://schemas.microsoft.com/office/drawing/2016/SVG/main" r:embed="R0f2afc0a34b14dbd"/>
              </a:ext>
            </a:extLst>
          </a:blip>
          <a:stretch xmlns:a="http://schemas.openxmlformats.org/drawingml/2006/main"/>
        </p:blipFill>
        <p:spPr>
          <a:xfrm xmlns:a="http://schemas.openxmlformats.org/drawingml/2006/main">
            <a:off x="9544050" y="285750"/>
            <a:ext cx="2038350" cy="689362"/>
          </a:xfrm>
          <a:prstGeom xmlns:a="http://schemas.openxmlformats.org/drawingml/2006/main" prst="rect">
            <a:avLst/>
          </a:prstGeom>
        </p:spPr>
      </p:pic>
      <p:sp>
        <p:nvSpPr>
          <p:cNvPr id="2" name="BACKLOG INICIAL Y REVISIÓN CON EL CLIENTE">
            <a:extLst xmlns:a="http://schemas.openxmlformats.org/drawingml/2006/main">
              <a:ext uri="{FF2B5EF4-FFF2-40B4-BE49-F238E27FC236}">
                <a16:creationId xmlns:a16="http://schemas.microsoft.com/office/drawing/2014/main" id="{E56C6C9A-C365-4A2F-B062-F1E7FDD43FA7}"/>
              </a:ext>
            </a:extLst>
          </p:cNvPr>
          <p:cNvSpPr>
            <a:spLocks xmlns:a="http://schemas.openxmlformats.org/drawingml/2006/main" noGrp="1"/>
          </p:cNvSpPr>
          <p:nvPr/>
        </p:nvSpPr>
        <p:spPr>
          <a:xfrm xmlns:a="http://schemas.openxmlformats.org/drawingml/2006/main">
            <a:off x="609600" y="4000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636569"/>
                </a:solidFill>
                <a:latin typeface="Inter"/>
                <a:ea typeface="Inter"/>
                <a:cs typeface="Inter"/>
              </a:defRPr>
            </a:defPPr>
            <a:lvl1pPr>
              <a:defRPr sz="1125" b="1">
                <a:solidFill>
                  <a:srgbClr val="636569"/>
                </a:solidFill>
                <a:latin typeface="Inter"/>
                <a:ea typeface="Inter"/>
                <a:cs typeface="Inter"/>
              </a:defRPr>
            </a:lvl1pPr>
            <a:lvl2pPr>
              <a:defRPr sz="1125" b="1">
                <a:solidFill>
                  <a:srgbClr val="636569"/>
                </a:solidFill>
                <a:latin typeface="Inter"/>
                <a:ea typeface="Inter"/>
                <a:cs typeface="Inter"/>
              </a:defRPr>
            </a:lvl2pPr>
            <a:lvl3pPr>
              <a:defRPr sz="1125" b="1">
                <a:solidFill>
                  <a:srgbClr val="636569"/>
                </a:solidFill>
                <a:latin typeface="Inter"/>
                <a:ea typeface="Inter"/>
                <a:cs typeface="Inter"/>
              </a:defRPr>
            </a:lvl3pPr>
            <a:lvl4pPr>
              <a:defRPr sz="1125" b="1">
                <a:solidFill>
                  <a:srgbClr val="636569"/>
                </a:solidFill>
                <a:latin typeface="Inter"/>
                <a:ea typeface="Inter"/>
                <a:cs typeface="Inter"/>
              </a:defRPr>
            </a:lvl4pPr>
            <a:lvl5pPr>
              <a:defRPr sz="1125" b="1">
                <a:solidFill>
                  <a:srgbClr val="636569"/>
                </a:solidFill>
                <a:latin typeface="Inter"/>
                <a:ea typeface="Inter"/>
                <a:cs typeface="Inter"/>
              </a:defRPr>
            </a:lvl5pPr>
            <a:lvl6pPr>
              <a:defRPr sz="1125" b="1">
                <a:solidFill>
                  <a:srgbClr val="636569"/>
                </a:solidFill>
                <a:latin typeface="Inter"/>
                <a:ea typeface="Inter"/>
                <a:cs typeface="Inter"/>
              </a:defRPr>
            </a:lvl6pPr>
            <a:lvl7pPr>
              <a:defRPr sz="1125" b="1">
                <a:solidFill>
                  <a:srgbClr val="636569"/>
                </a:solidFill>
                <a:latin typeface="Inter"/>
                <a:ea typeface="Inter"/>
                <a:cs typeface="Inter"/>
              </a:defRPr>
            </a:lvl7pPr>
            <a:lvl8pPr>
              <a:defRPr sz="1125" b="1">
                <a:solidFill>
                  <a:srgbClr val="636569"/>
                </a:solidFill>
                <a:latin typeface="Inter"/>
                <a:ea typeface="Inter"/>
                <a:cs typeface="Inter"/>
              </a:defRPr>
            </a:lvl8pPr>
            <a:lvl9pPr>
              <a:defRPr sz="1125" b="1">
                <a:solidFill>
                  <a:srgbClr val="636569"/>
                </a:solidFill>
                <a:latin typeface="Inter"/>
                <a:ea typeface="Inter"/>
                <a:cs typeface="Inter"/>
              </a:defRPr>
            </a:lvl9pPr>
          </a:lstStyle>
          <a:p xmlns:a="http://schemas.openxmlformats.org/drawingml/2006/main">
            <a:pPr>
              <a:defRPr sz="1125" b="1">
                <a:solidFill>
                  <a:srgbClr val="636569"/>
                </a:solidFill>
                <a:latin typeface="Inter"/>
                <a:ea typeface="Inter"/>
                <a:cs typeface="Inter"/>
              </a:defRPr>
            </a:pPr>
            <a:r>
              <a:rPr sz="1125" b="1">
                <a:solidFill>
                  <a:srgbClr val="636569"/>
                </a:solidFill>
                <a:latin typeface="Inter"/>
                <a:ea typeface="Inter"/>
                <a:cs typeface="Inter"/>
              </a:rPr>
              <a:t>BACKLOG INICIAL Y REVISIÓN CON EL CLIENTE</a:t>
            </a:r>
          </a:p>
        </p:txBody>
      </p:sp>
      <p:sp>
        <p:nvSpPr>
          <p:cNvPr id="3" name="Cómo ejecutar el primer incremento">
            <a:extLst xmlns:a="http://schemas.openxmlformats.org/drawingml/2006/main">
              <a:ext uri="{FF2B5EF4-FFF2-40B4-BE49-F238E27FC236}">
                <a16:creationId xmlns:a16="http://schemas.microsoft.com/office/drawing/2014/main" id="{A66EC0D5-03E8-4E98-A6CF-06F1425E680F}"/>
              </a:ext>
            </a:extLst>
          </p:cNvPr>
          <p:cNvSpPr>
            <a:spLocks xmlns:a="http://schemas.openxmlformats.org/drawingml/2006/main" noGrp="1"/>
          </p:cNvSpPr>
          <p:nvPr/>
        </p:nvSpPr>
        <p:spPr>
          <a:xfrm xmlns:a="http://schemas.openxmlformats.org/drawingml/2006/main">
            <a:off x="609600" y="10001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DB6"/>
                </a:solidFill>
                <a:latin typeface="Inter"/>
                <a:ea typeface="Inter"/>
                <a:cs typeface="Inter"/>
              </a:defRPr>
            </a:defPPr>
            <a:lvl1pPr>
              <a:defRPr sz="3150" b="1">
                <a:solidFill>
                  <a:srgbClr val="006DB6"/>
                </a:solidFill>
                <a:latin typeface="Inter"/>
                <a:ea typeface="Inter"/>
                <a:cs typeface="Inter"/>
              </a:defRPr>
            </a:lvl1pPr>
            <a:lvl2pPr>
              <a:defRPr sz="3150" b="1">
                <a:solidFill>
                  <a:srgbClr val="006DB6"/>
                </a:solidFill>
                <a:latin typeface="Inter"/>
                <a:ea typeface="Inter"/>
                <a:cs typeface="Inter"/>
              </a:defRPr>
            </a:lvl2pPr>
            <a:lvl3pPr>
              <a:defRPr sz="3150" b="1">
                <a:solidFill>
                  <a:srgbClr val="006DB6"/>
                </a:solidFill>
                <a:latin typeface="Inter"/>
                <a:ea typeface="Inter"/>
                <a:cs typeface="Inter"/>
              </a:defRPr>
            </a:lvl3pPr>
            <a:lvl4pPr>
              <a:defRPr sz="3150" b="1">
                <a:solidFill>
                  <a:srgbClr val="006DB6"/>
                </a:solidFill>
                <a:latin typeface="Inter"/>
                <a:ea typeface="Inter"/>
                <a:cs typeface="Inter"/>
              </a:defRPr>
            </a:lvl4pPr>
            <a:lvl5pPr>
              <a:defRPr sz="3150" b="1">
                <a:solidFill>
                  <a:srgbClr val="006DB6"/>
                </a:solidFill>
                <a:latin typeface="Inter"/>
                <a:ea typeface="Inter"/>
                <a:cs typeface="Inter"/>
              </a:defRPr>
            </a:lvl5pPr>
            <a:lvl6pPr>
              <a:defRPr sz="3150" b="1">
                <a:solidFill>
                  <a:srgbClr val="006DB6"/>
                </a:solidFill>
                <a:latin typeface="Inter"/>
                <a:ea typeface="Inter"/>
                <a:cs typeface="Inter"/>
              </a:defRPr>
            </a:lvl6pPr>
            <a:lvl7pPr>
              <a:defRPr sz="3150" b="1">
                <a:solidFill>
                  <a:srgbClr val="006DB6"/>
                </a:solidFill>
                <a:latin typeface="Inter"/>
                <a:ea typeface="Inter"/>
                <a:cs typeface="Inter"/>
              </a:defRPr>
            </a:lvl7pPr>
            <a:lvl8pPr>
              <a:defRPr sz="3150" b="1">
                <a:solidFill>
                  <a:srgbClr val="006DB6"/>
                </a:solidFill>
                <a:latin typeface="Inter"/>
                <a:ea typeface="Inter"/>
                <a:cs typeface="Inter"/>
              </a:defRPr>
            </a:lvl8pPr>
            <a:lvl9pPr>
              <a:defRPr sz="3150" b="1">
                <a:solidFill>
                  <a:srgbClr val="006DB6"/>
                </a:solidFill>
                <a:latin typeface="Inter"/>
                <a:ea typeface="Inter"/>
                <a:cs typeface="Inter"/>
              </a:defRPr>
            </a:lvl9pPr>
          </a:lstStyle>
          <a:p xmlns:a="http://schemas.openxmlformats.org/drawingml/2006/main">
            <a:pPr>
              <a:defRPr sz="3150" b="1">
                <a:solidFill>
                  <a:srgbClr val="006DB6"/>
                </a:solidFill>
                <a:latin typeface="Inter"/>
                <a:ea typeface="Inter"/>
                <a:cs typeface="Inter"/>
              </a:defRPr>
            </a:pPr>
            <a:r>
              <a:rPr sz="3150" b="1">
                <a:solidFill>
                  <a:srgbClr val="006DB6"/>
                </a:solidFill>
                <a:latin typeface="Inter"/>
                <a:ea typeface="Inter"/>
                <a:cs typeface="Inter"/>
              </a:rPr>
              <a:t>Cómo ejecutar el primer incremento</a:t>
            </a:r>
          </a:p>
        </p:txBody>
      </p:sp>
      <p:sp>
        <p:nvSpPr>
          <p:cNvPr id="4" name="">
            <a:extLst xmlns:a="http://schemas.openxmlformats.org/drawingml/2006/main">
              <a:ext uri="{FF2B5EF4-FFF2-40B4-BE49-F238E27FC236}">
                <a16:creationId xmlns:a16="http://schemas.microsoft.com/office/drawing/2014/main" id="{F50BFFFE-ACDE-40D7-A80F-139664A9592B}"/>
              </a:ext>
            </a:extLst>
          </p:cNvPr>
          <p:cNvSpPr>
            <a:spLocks xmlns:a="http://schemas.openxmlformats.org/drawingml/2006/main" noGrp="1"/>
          </p:cNvSpPr>
          <p:nvPr/>
        </p:nvSpPr>
        <p:spPr>
          <a:xfrm xmlns:a="http://schemas.openxmlformats.org/drawingml/2006/main">
            <a:off x="609600" y="1924050"/>
            <a:ext cx="590550" cy="4762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5" name="IMPLEMENTOS / POS PLATFORM / PROPUESTA DE ARQUITEC">
            <a:extLst xmlns:a="http://schemas.openxmlformats.org/drawingml/2006/main">
              <a:ext uri="{FF2B5EF4-FFF2-40B4-BE49-F238E27FC236}">
                <a16:creationId xmlns:a16="http://schemas.microsoft.com/office/drawing/2014/main" id="{CAA1E568-E72C-479E-9EA3-1990D226E494}"/>
              </a:ext>
            </a:extLst>
          </p:cNvPr>
          <p:cNvSpPr>
            <a:spLocks xmlns:a="http://schemas.openxmlformats.org/drawingml/2006/main" noGrp="1"/>
          </p:cNvSpPr>
          <p:nvPr/>
        </p:nvSpPr>
        <p:spPr>
          <a:xfrm xmlns:a="http://schemas.openxmlformats.org/drawingml/2006/main">
            <a:off x="609600" y="6496050"/>
            <a:ext cx="952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IMPLEMENTOS / POS PLATFORM / PROPUESTA DE ARQUITECTURA</a:t>
            </a:r>
          </a:p>
        </p:txBody>
      </p:sp>
      <p:sp>
        <p:nvSpPr>
          <p:cNvPr id="6" name="16 / 16">
            <a:extLst xmlns:a="http://schemas.openxmlformats.org/drawingml/2006/main">
              <a:ext uri="{FF2B5EF4-FFF2-40B4-BE49-F238E27FC236}">
                <a16:creationId xmlns:a16="http://schemas.microsoft.com/office/drawing/2014/main" id="{BE354A70-15BC-426A-A4AE-B9A5993FDFC9}"/>
              </a:ext>
            </a:extLst>
          </p:cNvPr>
          <p:cNvSpPr>
            <a:spLocks xmlns:a="http://schemas.openxmlformats.org/drawingml/2006/main" noGrp="1"/>
          </p:cNvSpPr>
          <p:nvPr/>
        </p:nvSpPr>
        <p:spPr>
          <a:xfrm xmlns:a="http://schemas.openxmlformats.org/drawingml/2006/main">
            <a:off x="10810875" y="6496050"/>
            <a:ext cx="790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36569"/>
                </a:solidFill>
                <a:latin typeface="Inter"/>
                <a:ea typeface="Inter"/>
                <a:cs typeface="Inter"/>
              </a:defRPr>
            </a:defPPr>
            <a:lvl1pPr>
              <a:defRPr sz="900" b="0">
                <a:solidFill>
                  <a:srgbClr val="636569"/>
                </a:solidFill>
                <a:latin typeface="Inter"/>
                <a:ea typeface="Inter"/>
                <a:cs typeface="Inter"/>
              </a:defRPr>
            </a:lvl1pPr>
            <a:lvl2pPr>
              <a:defRPr sz="900" b="0">
                <a:solidFill>
                  <a:srgbClr val="636569"/>
                </a:solidFill>
                <a:latin typeface="Inter"/>
                <a:ea typeface="Inter"/>
                <a:cs typeface="Inter"/>
              </a:defRPr>
            </a:lvl2pPr>
            <a:lvl3pPr>
              <a:defRPr sz="900" b="0">
                <a:solidFill>
                  <a:srgbClr val="636569"/>
                </a:solidFill>
                <a:latin typeface="Inter"/>
                <a:ea typeface="Inter"/>
                <a:cs typeface="Inter"/>
              </a:defRPr>
            </a:lvl3pPr>
            <a:lvl4pPr>
              <a:defRPr sz="900" b="0">
                <a:solidFill>
                  <a:srgbClr val="636569"/>
                </a:solidFill>
                <a:latin typeface="Inter"/>
                <a:ea typeface="Inter"/>
                <a:cs typeface="Inter"/>
              </a:defRPr>
            </a:lvl4pPr>
            <a:lvl5pPr>
              <a:defRPr sz="900" b="0">
                <a:solidFill>
                  <a:srgbClr val="636569"/>
                </a:solidFill>
                <a:latin typeface="Inter"/>
                <a:ea typeface="Inter"/>
                <a:cs typeface="Inter"/>
              </a:defRPr>
            </a:lvl5pPr>
            <a:lvl6pPr>
              <a:defRPr sz="900" b="0">
                <a:solidFill>
                  <a:srgbClr val="636569"/>
                </a:solidFill>
                <a:latin typeface="Inter"/>
                <a:ea typeface="Inter"/>
                <a:cs typeface="Inter"/>
              </a:defRPr>
            </a:lvl6pPr>
            <a:lvl7pPr>
              <a:defRPr sz="900" b="0">
                <a:solidFill>
                  <a:srgbClr val="636569"/>
                </a:solidFill>
                <a:latin typeface="Inter"/>
                <a:ea typeface="Inter"/>
                <a:cs typeface="Inter"/>
              </a:defRPr>
            </a:lvl7pPr>
            <a:lvl8pPr>
              <a:defRPr sz="900" b="0">
                <a:solidFill>
                  <a:srgbClr val="636569"/>
                </a:solidFill>
                <a:latin typeface="Inter"/>
                <a:ea typeface="Inter"/>
                <a:cs typeface="Inter"/>
              </a:defRPr>
            </a:lvl8pPr>
            <a:lvl9pPr>
              <a:defRPr sz="900" b="0">
                <a:solidFill>
                  <a:srgbClr val="636569"/>
                </a:solidFill>
                <a:latin typeface="Inter"/>
                <a:ea typeface="Inter"/>
                <a:cs typeface="Inter"/>
              </a:defRPr>
            </a:lvl9pPr>
          </a:lstStyle>
          <a:p xmlns:a="http://schemas.openxmlformats.org/drawingml/2006/main">
            <a:pPr>
              <a:defRPr sz="900" b="0">
                <a:solidFill>
                  <a:srgbClr val="636569"/>
                </a:solidFill>
                <a:latin typeface="Inter"/>
                <a:ea typeface="Inter"/>
                <a:cs typeface="Inter"/>
              </a:defRPr>
            </a:pPr>
            <a:r>
              <a:rPr sz="900" b="0">
                <a:solidFill>
                  <a:srgbClr val="636569"/>
                </a:solidFill>
                <a:latin typeface="Inter"/>
                <a:ea typeface="Inter"/>
                <a:cs typeface="Inter"/>
              </a:rPr>
              <a:t>16 / 16</a:t>
            </a:r>
          </a:p>
        </p:txBody>
      </p:sp>
      <p:sp>
        <p:nvSpPr>
          <p:cNvPr id="7" name="">
            <a:extLst xmlns:a="http://schemas.openxmlformats.org/drawingml/2006/main">
              <a:ext uri="{FF2B5EF4-FFF2-40B4-BE49-F238E27FC236}">
                <a16:creationId xmlns:a16="http://schemas.microsoft.com/office/drawing/2014/main" id="{95808B2F-A29E-407E-8110-3B52F26F7AA6}"/>
              </a:ext>
            </a:extLst>
          </p:cNvPr>
          <p:cNvSpPr>
            <a:spLocks xmlns:a="http://schemas.openxmlformats.org/drawingml/2006/main" noGrp="1"/>
          </p:cNvSpPr>
          <p:nvPr/>
        </p:nvSpPr>
        <p:spPr>
          <a:xfrm xmlns:a="http://schemas.openxmlformats.org/drawingml/2006/main">
            <a:off x="609600" y="2238375"/>
            <a:ext cx="65913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8" name="Backlog ordenado / Fase 01">
            <a:extLst xmlns:a="http://schemas.openxmlformats.org/drawingml/2006/main">
              <a:ext uri="{FF2B5EF4-FFF2-40B4-BE49-F238E27FC236}">
                <a16:creationId xmlns:a16="http://schemas.microsoft.com/office/drawing/2014/main" id="{AE7A320D-34F6-402D-9B48-1F1DEE875584}"/>
              </a:ext>
            </a:extLst>
          </p:cNvPr>
          <p:cNvSpPr>
            <a:spLocks xmlns:a="http://schemas.openxmlformats.org/drawingml/2006/main" noGrp="1"/>
          </p:cNvSpPr>
          <p:nvPr/>
        </p:nvSpPr>
        <p:spPr>
          <a:xfrm xmlns:a="http://schemas.openxmlformats.org/drawingml/2006/main">
            <a:off x="762000" y="230505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Inter"/>
                <a:ea typeface="Inter"/>
                <a:cs typeface="Inter"/>
              </a:defRPr>
            </a:defPPr>
            <a:lvl1pPr>
              <a:defRPr sz="1875" b="1">
                <a:solidFill>
                  <a:srgbClr val="FFFFFF"/>
                </a:solidFill>
                <a:latin typeface="Inter"/>
                <a:ea typeface="Inter"/>
                <a:cs typeface="Inter"/>
              </a:defRPr>
            </a:lvl1pPr>
            <a:lvl2pPr>
              <a:defRPr sz="1875" b="1">
                <a:solidFill>
                  <a:srgbClr val="FFFFFF"/>
                </a:solidFill>
                <a:latin typeface="Inter"/>
                <a:ea typeface="Inter"/>
                <a:cs typeface="Inter"/>
              </a:defRPr>
            </a:lvl2pPr>
            <a:lvl3pPr>
              <a:defRPr sz="1875" b="1">
                <a:solidFill>
                  <a:srgbClr val="FFFFFF"/>
                </a:solidFill>
                <a:latin typeface="Inter"/>
                <a:ea typeface="Inter"/>
                <a:cs typeface="Inter"/>
              </a:defRPr>
            </a:lvl3pPr>
            <a:lvl4pPr>
              <a:defRPr sz="1875" b="1">
                <a:solidFill>
                  <a:srgbClr val="FFFFFF"/>
                </a:solidFill>
                <a:latin typeface="Inter"/>
                <a:ea typeface="Inter"/>
                <a:cs typeface="Inter"/>
              </a:defRPr>
            </a:lvl4pPr>
            <a:lvl5pPr>
              <a:defRPr sz="1875" b="1">
                <a:solidFill>
                  <a:srgbClr val="FFFFFF"/>
                </a:solidFill>
                <a:latin typeface="Inter"/>
                <a:ea typeface="Inter"/>
                <a:cs typeface="Inter"/>
              </a:defRPr>
            </a:lvl5pPr>
            <a:lvl6pPr>
              <a:defRPr sz="1875" b="1">
                <a:solidFill>
                  <a:srgbClr val="FFFFFF"/>
                </a:solidFill>
                <a:latin typeface="Inter"/>
                <a:ea typeface="Inter"/>
                <a:cs typeface="Inter"/>
              </a:defRPr>
            </a:lvl6pPr>
            <a:lvl7pPr>
              <a:defRPr sz="1875" b="1">
                <a:solidFill>
                  <a:srgbClr val="FFFFFF"/>
                </a:solidFill>
                <a:latin typeface="Inter"/>
                <a:ea typeface="Inter"/>
                <a:cs typeface="Inter"/>
              </a:defRPr>
            </a:lvl7pPr>
            <a:lvl8pPr>
              <a:defRPr sz="1875" b="1">
                <a:solidFill>
                  <a:srgbClr val="FFFFFF"/>
                </a:solidFill>
                <a:latin typeface="Inter"/>
                <a:ea typeface="Inter"/>
                <a:cs typeface="Inter"/>
              </a:defRPr>
            </a:lvl8pPr>
            <a:lvl9pPr>
              <a:defRPr sz="1875" b="1">
                <a:solidFill>
                  <a:srgbClr val="FFFFFF"/>
                </a:solidFill>
                <a:latin typeface="Inter"/>
                <a:ea typeface="Inter"/>
                <a:cs typeface="Inter"/>
              </a:defRPr>
            </a:lvl9pPr>
          </a:lstStyle>
          <a:p xmlns:a="http://schemas.openxmlformats.org/drawingml/2006/main">
            <a:pPr>
              <a:defRPr sz="1875" b="1">
                <a:solidFill>
                  <a:srgbClr val="FFFFFF"/>
                </a:solidFill>
                <a:latin typeface="Inter"/>
                <a:ea typeface="Inter"/>
                <a:cs typeface="Inter"/>
              </a:defRPr>
            </a:pPr>
            <a:r>
              <a:rPr sz="1875" b="1">
                <a:solidFill>
                  <a:srgbClr val="FFFFFF"/>
                </a:solidFill>
                <a:latin typeface="Inter"/>
                <a:ea typeface="Inter"/>
                <a:cs typeface="Inter"/>
              </a:rPr>
              <a:t>Backlog ordenado / Fase 01</a:t>
            </a:r>
          </a:p>
        </p:txBody>
      </p:sp>
      <p:sp>
        <p:nvSpPr>
          <p:cNvPr id="9" name="">
            <a:extLst xmlns:a="http://schemas.openxmlformats.org/drawingml/2006/main">
              <a:ext uri="{FF2B5EF4-FFF2-40B4-BE49-F238E27FC236}">
                <a16:creationId xmlns:a16="http://schemas.microsoft.com/office/drawing/2014/main" id="{6AFF4749-8E07-44F7-A5E6-37E853726E99}"/>
              </a:ext>
            </a:extLst>
          </p:cNvPr>
          <p:cNvSpPr>
            <a:spLocks xmlns:a="http://schemas.openxmlformats.org/drawingml/2006/main" noGrp="1"/>
          </p:cNvSpPr>
          <p:nvPr/>
        </p:nvSpPr>
        <p:spPr>
          <a:xfrm xmlns:a="http://schemas.openxmlformats.org/drawingml/2006/main">
            <a:off x="609600" y="2771775"/>
            <a:ext cx="6591300" cy="4381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0" name="01">
            <a:extLst xmlns:a="http://schemas.openxmlformats.org/drawingml/2006/main">
              <a:ext uri="{FF2B5EF4-FFF2-40B4-BE49-F238E27FC236}">
                <a16:creationId xmlns:a16="http://schemas.microsoft.com/office/drawing/2014/main" id="{8BA5E557-E4F6-48B5-84F1-76D80B4EA2E3}"/>
              </a:ext>
            </a:extLst>
          </p:cNvPr>
          <p:cNvSpPr>
            <a:spLocks xmlns:a="http://schemas.openxmlformats.org/drawingml/2006/main" noGrp="1"/>
          </p:cNvSpPr>
          <p:nvPr/>
        </p:nvSpPr>
        <p:spPr>
          <a:xfrm xmlns:a="http://schemas.openxmlformats.org/drawingml/2006/main">
            <a:off x="723900" y="2867025"/>
            <a:ext cx="371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937F"/>
                </a:solidFill>
                <a:latin typeface="Inter"/>
                <a:ea typeface="Inter"/>
                <a:cs typeface="Inter"/>
              </a:defRPr>
            </a:defPPr>
            <a:lvl1pPr>
              <a:defRPr sz="1425" b="1">
                <a:solidFill>
                  <a:srgbClr val="00937F"/>
                </a:solidFill>
                <a:latin typeface="Inter"/>
                <a:ea typeface="Inter"/>
                <a:cs typeface="Inter"/>
              </a:defRPr>
            </a:lvl1pPr>
            <a:lvl2pPr>
              <a:defRPr sz="1425" b="1">
                <a:solidFill>
                  <a:srgbClr val="00937F"/>
                </a:solidFill>
                <a:latin typeface="Inter"/>
                <a:ea typeface="Inter"/>
                <a:cs typeface="Inter"/>
              </a:defRPr>
            </a:lvl2pPr>
            <a:lvl3pPr>
              <a:defRPr sz="1425" b="1">
                <a:solidFill>
                  <a:srgbClr val="00937F"/>
                </a:solidFill>
                <a:latin typeface="Inter"/>
                <a:ea typeface="Inter"/>
                <a:cs typeface="Inter"/>
              </a:defRPr>
            </a:lvl3pPr>
            <a:lvl4pPr>
              <a:defRPr sz="1425" b="1">
                <a:solidFill>
                  <a:srgbClr val="00937F"/>
                </a:solidFill>
                <a:latin typeface="Inter"/>
                <a:ea typeface="Inter"/>
                <a:cs typeface="Inter"/>
              </a:defRPr>
            </a:lvl4pPr>
            <a:lvl5pPr>
              <a:defRPr sz="1425" b="1">
                <a:solidFill>
                  <a:srgbClr val="00937F"/>
                </a:solidFill>
                <a:latin typeface="Inter"/>
                <a:ea typeface="Inter"/>
                <a:cs typeface="Inter"/>
              </a:defRPr>
            </a:lvl5pPr>
            <a:lvl6pPr>
              <a:defRPr sz="1425" b="1">
                <a:solidFill>
                  <a:srgbClr val="00937F"/>
                </a:solidFill>
                <a:latin typeface="Inter"/>
                <a:ea typeface="Inter"/>
                <a:cs typeface="Inter"/>
              </a:defRPr>
            </a:lvl6pPr>
            <a:lvl7pPr>
              <a:defRPr sz="1425" b="1">
                <a:solidFill>
                  <a:srgbClr val="00937F"/>
                </a:solidFill>
                <a:latin typeface="Inter"/>
                <a:ea typeface="Inter"/>
                <a:cs typeface="Inter"/>
              </a:defRPr>
            </a:lvl7pPr>
            <a:lvl8pPr>
              <a:defRPr sz="1425" b="1">
                <a:solidFill>
                  <a:srgbClr val="00937F"/>
                </a:solidFill>
                <a:latin typeface="Inter"/>
                <a:ea typeface="Inter"/>
                <a:cs typeface="Inter"/>
              </a:defRPr>
            </a:lvl8pPr>
            <a:lvl9pPr>
              <a:defRPr sz="1425" b="1">
                <a:solidFill>
                  <a:srgbClr val="00937F"/>
                </a:solidFill>
                <a:latin typeface="Inter"/>
                <a:ea typeface="Inter"/>
                <a:cs typeface="Inter"/>
              </a:defRPr>
            </a:lvl9pPr>
          </a:lstStyle>
          <a:p xmlns:a="http://schemas.openxmlformats.org/drawingml/2006/main">
            <a:pPr>
              <a:defRPr sz="1425" b="1">
                <a:solidFill>
                  <a:srgbClr val="00937F"/>
                </a:solidFill>
                <a:latin typeface="Inter"/>
                <a:ea typeface="Inter"/>
                <a:cs typeface="Inter"/>
              </a:defRPr>
            </a:pPr>
            <a:r>
              <a:rPr sz="1425" b="1">
                <a:solidFill>
                  <a:srgbClr val="00937F"/>
                </a:solidFill>
                <a:latin typeface="Inter"/>
                <a:ea typeface="Inter"/>
                <a:cs typeface="Inter"/>
              </a:rPr>
              <a:t>01</a:t>
            </a:r>
          </a:p>
        </p:txBody>
      </p:sp>
      <p:sp>
        <p:nvSpPr>
          <p:cNvPr id="11" name="Caso y contrato">
            <a:extLst xmlns:a="http://schemas.openxmlformats.org/drawingml/2006/main">
              <a:ext uri="{FF2B5EF4-FFF2-40B4-BE49-F238E27FC236}">
                <a16:creationId xmlns:a16="http://schemas.microsoft.com/office/drawing/2014/main" id="{1C5E9539-F032-46BD-A8D0-17A5250A206C}"/>
              </a:ext>
            </a:extLst>
          </p:cNvPr>
          <p:cNvSpPr>
            <a:spLocks xmlns:a="http://schemas.openxmlformats.org/drawingml/2006/main" noGrp="1"/>
          </p:cNvSpPr>
          <p:nvPr/>
        </p:nvSpPr>
        <p:spPr>
          <a:xfrm xmlns:a="http://schemas.openxmlformats.org/drawingml/2006/main">
            <a:off x="1143000" y="285750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Caso y contrato</a:t>
            </a:r>
          </a:p>
        </p:txBody>
      </p:sp>
      <p:sp>
        <p:nvSpPr>
          <p:cNvPr id="12" name="Acordar venta en efectivo, datos y aceptación.">
            <a:extLst xmlns:a="http://schemas.openxmlformats.org/drawingml/2006/main">
              <a:ext uri="{FF2B5EF4-FFF2-40B4-BE49-F238E27FC236}">
                <a16:creationId xmlns:a16="http://schemas.microsoft.com/office/drawing/2014/main" id="{67CF24C0-8E41-4F88-9906-B1831B60F205}"/>
              </a:ext>
            </a:extLst>
          </p:cNvPr>
          <p:cNvSpPr>
            <a:spLocks xmlns:a="http://schemas.openxmlformats.org/drawingml/2006/main" noGrp="1"/>
          </p:cNvSpPr>
          <p:nvPr/>
        </p:nvSpPr>
        <p:spPr>
          <a:xfrm xmlns:a="http://schemas.openxmlformats.org/drawingml/2006/main">
            <a:off x="3209925" y="28289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Acordar venta en efectivo, datos y aceptación.</a:t>
            </a:r>
          </a:p>
        </p:txBody>
      </p:sp>
      <p:sp>
        <p:nvSpPr>
          <p:cNvPr id="13" name="">
            <a:extLst xmlns:a="http://schemas.openxmlformats.org/drawingml/2006/main">
              <a:ext uri="{FF2B5EF4-FFF2-40B4-BE49-F238E27FC236}">
                <a16:creationId xmlns:a16="http://schemas.microsoft.com/office/drawing/2014/main" id="{C87BC80E-A386-4D70-BF09-BA54A6C97DD6}"/>
              </a:ext>
            </a:extLst>
          </p:cNvPr>
          <p:cNvSpPr>
            <a:spLocks xmlns:a="http://schemas.openxmlformats.org/drawingml/2006/main" noGrp="1"/>
          </p:cNvSpPr>
          <p:nvPr/>
        </p:nvSpPr>
        <p:spPr>
          <a:xfrm xmlns:a="http://schemas.openxmlformats.org/drawingml/2006/main">
            <a:off x="609600" y="3267075"/>
            <a:ext cx="6591300" cy="4381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4" name="02">
            <a:extLst xmlns:a="http://schemas.openxmlformats.org/drawingml/2006/main">
              <a:ext uri="{FF2B5EF4-FFF2-40B4-BE49-F238E27FC236}">
                <a16:creationId xmlns:a16="http://schemas.microsoft.com/office/drawing/2014/main" id="{73A8BAB9-0629-4BAC-89AC-D3D7DD152A69}"/>
              </a:ext>
            </a:extLst>
          </p:cNvPr>
          <p:cNvSpPr>
            <a:spLocks xmlns:a="http://schemas.openxmlformats.org/drawingml/2006/main" noGrp="1"/>
          </p:cNvSpPr>
          <p:nvPr/>
        </p:nvSpPr>
        <p:spPr>
          <a:xfrm xmlns:a="http://schemas.openxmlformats.org/drawingml/2006/main">
            <a:off x="723900" y="3362325"/>
            <a:ext cx="371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937F"/>
                </a:solidFill>
                <a:latin typeface="Inter"/>
                <a:ea typeface="Inter"/>
                <a:cs typeface="Inter"/>
              </a:defRPr>
            </a:defPPr>
            <a:lvl1pPr>
              <a:defRPr sz="1425" b="1">
                <a:solidFill>
                  <a:srgbClr val="00937F"/>
                </a:solidFill>
                <a:latin typeface="Inter"/>
                <a:ea typeface="Inter"/>
                <a:cs typeface="Inter"/>
              </a:defRPr>
            </a:lvl1pPr>
            <a:lvl2pPr>
              <a:defRPr sz="1425" b="1">
                <a:solidFill>
                  <a:srgbClr val="00937F"/>
                </a:solidFill>
                <a:latin typeface="Inter"/>
                <a:ea typeface="Inter"/>
                <a:cs typeface="Inter"/>
              </a:defRPr>
            </a:lvl2pPr>
            <a:lvl3pPr>
              <a:defRPr sz="1425" b="1">
                <a:solidFill>
                  <a:srgbClr val="00937F"/>
                </a:solidFill>
                <a:latin typeface="Inter"/>
                <a:ea typeface="Inter"/>
                <a:cs typeface="Inter"/>
              </a:defRPr>
            </a:lvl3pPr>
            <a:lvl4pPr>
              <a:defRPr sz="1425" b="1">
                <a:solidFill>
                  <a:srgbClr val="00937F"/>
                </a:solidFill>
                <a:latin typeface="Inter"/>
                <a:ea typeface="Inter"/>
                <a:cs typeface="Inter"/>
              </a:defRPr>
            </a:lvl4pPr>
            <a:lvl5pPr>
              <a:defRPr sz="1425" b="1">
                <a:solidFill>
                  <a:srgbClr val="00937F"/>
                </a:solidFill>
                <a:latin typeface="Inter"/>
                <a:ea typeface="Inter"/>
                <a:cs typeface="Inter"/>
              </a:defRPr>
            </a:lvl5pPr>
            <a:lvl6pPr>
              <a:defRPr sz="1425" b="1">
                <a:solidFill>
                  <a:srgbClr val="00937F"/>
                </a:solidFill>
                <a:latin typeface="Inter"/>
                <a:ea typeface="Inter"/>
                <a:cs typeface="Inter"/>
              </a:defRPr>
            </a:lvl6pPr>
            <a:lvl7pPr>
              <a:defRPr sz="1425" b="1">
                <a:solidFill>
                  <a:srgbClr val="00937F"/>
                </a:solidFill>
                <a:latin typeface="Inter"/>
                <a:ea typeface="Inter"/>
                <a:cs typeface="Inter"/>
              </a:defRPr>
            </a:lvl7pPr>
            <a:lvl8pPr>
              <a:defRPr sz="1425" b="1">
                <a:solidFill>
                  <a:srgbClr val="00937F"/>
                </a:solidFill>
                <a:latin typeface="Inter"/>
                <a:ea typeface="Inter"/>
                <a:cs typeface="Inter"/>
              </a:defRPr>
            </a:lvl8pPr>
            <a:lvl9pPr>
              <a:defRPr sz="1425" b="1">
                <a:solidFill>
                  <a:srgbClr val="00937F"/>
                </a:solidFill>
                <a:latin typeface="Inter"/>
                <a:ea typeface="Inter"/>
                <a:cs typeface="Inter"/>
              </a:defRPr>
            </a:lvl9pPr>
          </a:lstStyle>
          <a:p xmlns:a="http://schemas.openxmlformats.org/drawingml/2006/main">
            <a:pPr>
              <a:defRPr sz="1425" b="1">
                <a:solidFill>
                  <a:srgbClr val="00937F"/>
                </a:solidFill>
                <a:latin typeface="Inter"/>
                <a:ea typeface="Inter"/>
                <a:cs typeface="Inter"/>
              </a:defRPr>
            </a:pPr>
            <a:r>
              <a:rPr sz="1425" b="1">
                <a:solidFill>
                  <a:srgbClr val="00937F"/>
                </a:solidFill>
                <a:latin typeface="Inter"/>
                <a:ea typeface="Inter"/>
                <a:cs typeface="Inter"/>
              </a:rPr>
              <a:t>02</a:t>
            </a:r>
          </a:p>
        </p:txBody>
      </p:sp>
      <p:sp>
        <p:nvSpPr>
          <p:cNvPr id="15" name="Datos y seguridad">
            <a:extLst xmlns:a="http://schemas.openxmlformats.org/drawingml/2006/main">
              <a:ext uri="{FF2B5EF4-FFF2-40B4-BE49-F238E27FC236}">
                <a16:creationId xmlns:a16="http://schemas.microsoft.com/office/drawing/2014/main" id="{F11E47C4-DB02-49D6-BB33-E688068D1BCA}"/>
              </a:ext>
            </a:extLst>
          </p:cNvPr>
          <p:cNvSpPr>
            <a:spLocks xmlns:a="http://schemas.openxmlformats.org/drawingml/2006/main" noGrp="1"/>
          </p:cNvSpPr>
          <p:nvPr/>
        </p:nvSpPr>
        <p:spPr>
          <a:xfrm xmlns:a="http://schemas.openxmlformats.org/drawingml/2006/main">
            <a:off x="1143000" y="335280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Datos y seguridad</a:t>
            </a:r>
          </a:p>
        </p:txBody>
      </p:sp>
      <p:sp>
        <p:nvSpPr>
          <p:cNvPr id="16" name="Modelo, identidad y permisos básicos.">
            <a:extLst xmlns:a="http://schemas.openxmlformats.org/drawingml/2006/main">
              <a:ext uri="{FF2B5EF4-FFF2-40B4-BE49-F238E27FC236}">
                <a16:creationId xmlns:a16="http://schemas.microsoft.com/office/drawing/2014/main" id="{49F18E14-8BAD-4845-9054-C2AE86A5D9CE}"/>
              </a:ext>
            </a:extLst>
          </p:cNvPr>
          <p:cNvSpPr>
            <a:spLocks xmlns:a="http://schemas.openxmlformats.org/drawingml/2006/main" noGrp="1"/>
          </p:cNvSpPr>
          <p:nvPr/>
        </p:nvSpPr>
        <p:spPr>
          <a:xfrm xmlns:a="http://schemas.openxmlformats.org/drawingml/2006/main">
            <a:off x="3209925" y="33242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Modelo, identidad y permisos básicos.</a:t>
            </a:r>
          </a:p>
        </p:txBody>
      </p:sp>
      <p:sp>
        <p:nvSpPr>
          <p:cNvPr id="17" name="">
            <a:extLst xmlns:a="http://schemas.openxmlformats.org/drawingml/2006/main">
              <a:ext uri="{FF2B5EF4-FFF2-40B4-BE49-F238E27FC236}">
                <a16:creationId xmlns:a16="http://schemas.microsoft.com/office/drawing/2014/main" id="{D752F38E-BBC7-4C38-A949-29F00D53172E}"/>
              </a:ext>
            </a:extLst>
          </p:cNvPr>
          <p:cNvSpPr>
            <a:spLocks xmlns:a="http://schemas.openxmlformats.org/drawingml/2006/main" noGrp="1"/>
          </p:cNvSpPr>
          <p:nvPr/>
        </p:nvSpPr>
        <p:spPr>
          <a:xfrm xmlns:a="http://schemas.openxmlformats.org/drawingml/2006/main">
            <a:off x="609600" y="3762375"/>
            <a:ext cx="6591300" cy="4381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18" name="03">
            <a:extLst xmlns:a="http://schemas.openxmlformats.org/drawingml/2006/main">
              <a:ext uri="{FF2B5EF4-FFF2-40B4-BE49-F238E27FC236}">
                <a16:creationId xmlns:a16="http://schemas.microsoft.com/office/drawing/2014/main" id="{CDC6FA09-6CC3-4686-88C3-3489BD0AF806}"/>
              </a:ext>
            </a:extLst>
          </p:cNvPr>
          <p:cNvSpPr>
            <a:spLocks xmlns:a="http://schemas.openxmlformats.org/drawingml/2006/main" noGrp="1"/>
          </p:cNvSpPr>
          <p:nvPr/>
        </p:nvSpPr>
        <p:spPr>
          <a:xfrm xmlns:a="http://schemas.openxmlformats.org/drawingml/2006/main">
            <a:off x="723900" y="3857625"/>
            <a:ext cx="371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937F"/>
                </a:solidFill>
                <a:latin typeface="Inter"/>
                <a:ea typeface="Inter"/>
                <a:cs typeface="Inter"/>
              </a:defRPr>
            </a:defPPr>
            <a:lvl1pPr>
              <a:defRPr sz="1425" b="1">
                <a:solidFill>
                  <a:srgbClr val="00937F"/>
                </a:solidFill>
                <a:latin typeface="Inter"/>
                <a:ea typeface="Inter"/>
                <a:cs typeface="Inter"/>
              </a:defRPr>
            </a:lvl1pPr>
            <a:lvl2pPr>
              <a:defRPr sz="1425" b="1">
                <a:solidFill>
                  <a:srgbClr val="00937F"/>
                </a:solidFill>
                <a:latin typeface="Inter"/>
                <a:ea typeface="Inter"/>
                <a:cs typeface="Inter"/>
              </a:defRPr>
            </a:lvl2pPr>
            <a:lvl3pPr>
              <a:defRPr sz="1425" b="1">
                <a:solidFill>
                  <a:srgbClr val="00937F"/>
                </a:solidFill>
                <a:latin typeface="Inter"/>
                <a:ea typeface="Inter"/>
                <a:cs typeface="Inter"/>
              </a:defRPr>
            </a:lvl3pPr>
            <a:lvl4pPr>
              <a:defRPr sz="1425" b="1">
                <a:solidFill>
                  <a:srgbClr val="00937F"/>
                </a:solidFill>
                <a:latin typeface="Inter"/>
                <a:ea typeface="Inter"/>
                <a:cs typeface="Inter"/>
              </a:defRPr>
            </a:lvl4pPr>
            <a:lvl5pPr>
              <a:defRPr sz="1425" b="1">
                <a:solidFill>
                  <a:srgbClr val="00937F"/>
                </a:solidFill>
                <a:latin typeface="Inter"/>
                <a:ea typeface="Inter"/>
                <a:cs typeface="Inter"/>
              </a:defRPr>
            </a:lvl5pPr>
            <a:lvl6pPr>
              <a:defRPr sz="1425" b="1">
                <a:solidFill>
                  <a:srgbClr val="00937F"/>
                </a:solidFill>
                <a:latin typeface="Inter"/>
                <a:ea typeface="Inter"/>
                <a:cs typeface="Inter"/>
              </a:defRPr>
            </a:lvl6pPr>
            <a:lvl7pPr>
              <a:defRPr sz="1425" b="1">
                <a:solidFill>
                  <a:srgbClr val="00937F"/>
                </a:solidFill>
                <a:latin typeface="Inter"/>
                <a:ea typeface="Inter"/>
                <a:cs typeface="Inter"/>
              </a:defRPr>
            </a:lvl7pPr>
            <a:lvl8pPr>
              <a:defRPr sz="1425" b="1">
                <a:solidFill>
                  <a:srgbClr val="00937F"/>
                </a:solidFill>
                <a:latin typeface="Inter"/>
                <a:ea typeface="Inter"/>
                <a:cs typeface="Inter"/>
              </a:defRPr>
            </a:lvl8pPr>
            <a:lvl9pPr>
              <a:defRPr sz="1425" b="1">
                <a:solidFill>
                  <a:srgbClr val="00937F"/>
                </a:solidFill>
                <a:latin typeface="Inter"/>
                <a:ea typeface="Inter"/>
                <a:cs typeface="Inter"/>
              </a:defRPr>
            </a:lvl9pPr>
          </a:lstStyle>
          <a:p xmlns:a="http://schemas.openxmlformats.org/drawingml/2006/main">
            <a:pPr>
              <a:defRPr sz="1425" b="1">
                <a:solidFill>
                  <a:srgbClr val="00937F"/>
                </a:solidFill>
                <a:latin typeface="Inter"/>
                <a:ea typeface="Inter"/>
                <a:cs typeface="Inter"/>
              </a:defRPr>
            </a:pPr>
            <a:r>
              <a:rPr sz="1425" b="1">
                <a:solidFill>
                  <a:srgbClr val="00937F"/>
                </a:solidFill>
                <a:latin typeface="Inter"/>
                <a:ea typeface="Inter"/>
                <a:cs typeface="Inter"/>
              </a:rPr>
              <a:t>03</a:t>
            </a:r>
          </a:p>
        </p:txBody>
      </p:sp>
      <p:sp>
        <p:nvSpPr>
          <p:cNvPr id="19" name="Reglas y API">
            <a:extLst xmlns:a="http://schemas.openxmlformats.org/drawingml/2006/main">
              <a:ext uri="{FF2B5EF4-FFF2-40B4-BE49-F238E27FC236}">
                <a16:creationId xmlns:a16="http://schemas.microsoft.com/office/drawing/2014/main" id="{96BF97EB-5445-43EA-BC5E-47A9A82E58F1}"/>
              </a:ext>
            </a:extLst>
          </p:cNvPr>
          <p:cNvSpPr>
            <a:spLocks xmlns:a="http://schemas.openxmlformats.org/drawingml/2006/main" noGrp="1"/>
          </p:cNvSpPr>
          <p:nvPr/>
        </p:nvSpPr>
        <p:spPr>
          <a:xfrm xmlns:a="http://schemas.openxmlformats.org/drawingml/2006/main">
            <a:off x="1143000" y="384810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Reglas y API</a:t>
            </a:r>
          </a:p>
        </p:txBody>
      </p:sp>
      <p:sp>
        <p:nvSpPr>
          <p:cNvPr id="20" name="Turno, precio, importes y comando de venta.">
            <a:extLst xmlns:a="http://schemas.openxmlformats.org/drawingml/2006/main">
              <a:ext uri="{FF2B5EF4-FFF2-40B4-BE49-F238E27FC236}">
                <a16:creationId xmlns:a16="http://schemas.microsoft.com/office/drawing/2014/main" id="{B371C7BE-A02C-4941-AF11-211C36E19EDC}"/>
              </a:ext>
            </a:extLst>
          </p:cNvPr>
          <p:cNvSpPr>
            <a:spLocks xmlns:a="http://schemas.openxmlformats.org/drawingml/2006/main" noGrp="1"/>
          </p:cNvSpPr>
          <p:nvPr/>
        </p:nvSpPr>
        <p:spPr>
          <a:xfrm xmlns:a="http://schemas.openxmlformats.org/drawingml/2006/main">
            <a:off x="3209925" y="38195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Turno, precio, importes y comando de venta.</a:t>
            </a:r>
          </a:p>
        </p:txBody>
      </p:sp>
      <p:sp>
        <p:nvSpPr>
          <p:cNvPr id="21" name="">
            <a:extLst xmlns:a="http://schemas.openxmlformats.org/drawingml/2006/main">
              <a:ext uri="{FF2B5EF4-FFF2-40B4-BE49-F238E27FC236}">
                <a16:creationId xmlns:a16="http://schemas.microsoft.com/office/drawing/2014/main" id="{F2B32614-8191-44BC-A5D8-596C4D7E06A1}"/>
              </a:ext>
            </a:extLst>
          </p:cNvPr>
          <p:cNvSpPr>
            <a:spLocks xmlns:a="http://schemas.openxmlformats.org/drawingml/2006/main" noGrp="1"/>
          </p:cNvSpPr>
          <p:nvPr/>
        </p:nvSpPr>
        <p:spPr>
          <a:xfrm xmlns:a="http://schemas.openxmlformats.org/drawingml/2006/main">
            <a:off x="609600" y="4257675"/>
            <a:ext cx="6591300" cy="4381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2" name="04">
            <a:extLst xmlns:a="http://schemas.openxmlformats.org/drawingml/2006/main">
              <a:ext uri="{FF2B5EF4-FFF2-40B4-BE49-F238E27FC236}">
                <a16:creationId xmlns:a16="http://schemas.microsoft.com/office/drawing/2014/main" id="{314A0F5B-1D37-49A3-B7CC-6CCBC0651593}"/>
              </a:ext>
            </a:extLst>
          </p:cNvPr>
          <p:cNvSpPr>
            <a:spLocks xmlns:a="http://schemas.openxmlformats.org/drawingml/2006/main" noGrp="1"/>
          </p:cNvSpPr>
          <p:nvPr/>
        </p:nvSpPr>
        <p:spPr>
          <a:xfrm xmlns:a="http://schemas.openxmlformats.org/drawingml/2006/main">
            <a:off x="723900" y="4352925"/>
            <a:ext cx="371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937F"/>
                </a:solidFill>
                <a:latin typeface="Inter"/>
                <a:ea typeface="Inter"/>
                <a:cs typeface="Inter"/>
              </a:defRPr>
            </a:defPPr>
            <a:lvl1pPr>
              <a:defRPr sz="1425" b="1">
                <a:solidFill>
                  <a:srgbClr val="00937F"/>
                </a:solidFill>
                <a:latin typeface="Inter"/>
                <a:ea typeface="Inter"/>
                <a:cs typeface="Inter"/>
              </a:defRPr>
            </a:lvl1pPr>
            <a:lvl2pPr>
              <a:defRPr sz="1425" b="1">
                <a:solidFill>
                  <a:srgbClr val="00937F"/>
                </a:solidFill>
                <a:latin typeface="Inter"/>
                <a:ea typeface="Inter"/>
                <a:cs typeface="Inter"/>
              </a:defRPr>
            </a:lvl2pPr>
            <a:lvl3pPr>
              <a:defRPr sz="1425" b="1">
                <a:solidFill>
                  <a:srgbClr val="00937F"/>
                </a:solidFill>
                <a:latin typeface="Inter"/>
                <a:ea typeface="Inter"/>
                <a:cs typeface="Inter"/>
              </a:defRPr>
            </a:lvl3pPr>
            <a:lvl4pPr>
              <a:defRPr sz="1425" b="1">
                <a:solidFill>
                  <a:srgbClr val="00937F"/>
                </a:solidFill>
                <a:latin typeface="Inter"/>
                <a:ea typeface="Inter"/>
                <a:cs typeface="Inter"/>
              </a:defRPr>
            </a:lvl4pPr>
            <a:lvl5pPr>
              <a:defRPr sz="1425" b="1">
                <a:solidFill>
                  <a:srgbClr val="00937F"/>
                </a:solidFill>
                <a:latin typeface="Inter"/>
                <a:ea typeface="Inter"/>
                <a:cs typeface="Inter"/>
              </a:defRPr>
            </a:lvl5pPr>
            <a:lvl6pPr>
              <a:defRPr sz="1425" b="1">
                <a:solidFill>
                  <a:srgbClr val="00937F"/>
                </a:solidFill>
                <a:latin typeface="Inter"/>
                <a:ea typeface="Inter"/>
                <a:cs typeface="Inter"/>
              </a:defRPr>
            </a:lvl6pPr>
            <a:lvl7pPr>
              <a:defRPr sz="1425" b="1">
                <a:solidFill>
                  <a:srgbClr val="00937F"/>
                </a:solidFill>
                <a:latin typeface="Inter"/>
                <a:ea typeface="Inter"/>
                <a:cs typeface="Inter"/>
              </a:defRPr>
            </a:lvl7pPr>
            <a:lvl8pPr>
              <a:defRPr sz="1425" b="1">
                <a:solidFill>
                  <a:srgbClr val="00937F"/>
                </a:solidFill>
                <a:latin typeface="Inter"/>
                <a:ea typeface="Inter"/>
                <a:cs typeface="Inter"/>
              </a:defRPr>
            </a:lvl8pPr>
            <a:lvl9pPr>
              <a:defRPr sz="1425" b="1">
                <a:solidFill>
                  <a:srgbClr val="00937F"/>
                </a:solidFill>
                <a:latin typeface="Inter"/>
                <a:ea typeface="Inter"/>
                <a:cs typeface="Inter"/>
              </a:defRPr>
            </a:lvl9pPr>
          </a:lstStyle>
          <a:p xmlns:a="http://schemas.openxmlformats.org/drawingml/2006/main">
            <a:pPr>
              <a:defRPr sz="1425" b="1">
                <a:solidFill>
                  <a:srgbClr val="00937F"/>
                </a:solidFill>
                <a:latin typeface="Inter"/>
                <a:ea typeface="Inter"/>
                <a:cs typeface="Inter"/>
              </a:defRPr>
            </a:pPr>
            <a:r>
              <a:rPr sz="1425" b="1">
                <a:solidFill>
                  <a:srgbClr val="00937F"/>
                </a:solidFill>
                <a:latin typeface="Inter"/>
                <a:ea typeface="Inter"/>
                <a:cs typeface="Inter"/>
              </a:rPr>
              <a:t>04</a:t>
            </a:r>
          </a:p>
        </p:txBody>
      </p:sp>
      <p:sp>
        <p:nvSpPr>
          <p:cNvPr id="23" name="Persistencia">
            <a:extLst xmlns:a="http://schemas.openxmlformats.org/drawingml/2006/main">
              <a:ext uri="{FF2B5EF4-FFF2-40B4-BE49-F238E27FC236}">
                <a16:creationId xmlns:a16="http://schemas.microsoft.com/office/drawing/2014/main" id="{D57560D6-9167-4558-AA0C-637056F15A5F}"/>
              </a:ext>
            </a:extLst>
          </p:cNvPr>
          <p:cNvSpPr>
            <a:spLocks xmlns:a="http://schemas.openxmlformats.org/drawingml/2006/main" noGrp="1"/>
          </p:cNvSpPr>
          <p:nvPr/>
        </p:nvSpPr>
        <p:spPr>
          <a:xfrm xmlns:a="http://schemas.openxmlformats.org/drawingml/2006/main">
            <a:off x="1143000" y="434340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Persistencia</a:t>
            </a:r>
          </a:p>
        </p:txBody>
      </p:sp>
      <p:sp>
        <p:nvSpPr>
          <p:cNvPr id="24" name="Confirmar venta y outbox en un commit.">
            <a:extLst xmlns:a="http://schemas.openxmlformats.org/drawingml/2006/main">
              <a:ext uri="{FF2B5EF4-FFF2-40B4-BE49-F238E27FC236}">
                <a16:creationId xmlns:a16="http://schemas.microsoft.com/office/drawing/2014/main" id="{95641173-E4FD-40E3-8DA1-A01A2ED3EF1A}"/>
              </a:ext>
            </a:extLst>
          </p:cNvPr>
          <p:cNvSpPr>
            <a:spLocks xmlns:a="http://schemas.openxmlformats.org/drawingml/2006/main" noGrp="1"/>
          </p:cNvSpPr>
          <p:nvPr/>
        </p:nvSpPr>
        <p:spPr>
          <a:xfrm xmlns:a="http://schemas.openxmlformats.org/drawingml/2006/main">
            <a:off x="3209925" y="43148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Confirmar venta y outbox en un commit.</a:t>
            </a:r>
          </a:p>
        </p:txBody>
      </p:sp>
      <p:sp>
        <p:nvSpPr>
          <p:cNvPr id="25" name="">
            <a:extLst xmlns:a="http://schemas.openxmlformats.org/drawingml/2006/main">
              <a:ext uri="{FF2B5EF4-FFF2-40B4-BE49-F238E27FC236}">
                <a16:creationId xmlns:a16="http://schemas.microsoft.com/office/drawing/2014/main" id="{F8722E20-BF50-4DC8-B309-BAA873B44105}"/>
              </a:ext>
            </a:extLst>
          </p:cNvPr>
          <p:cNvSpPr>
            <a:spLocks xmlns:a="http://schemas.openxmlformats.org/drawingml/2006/main" noGrp="1"/>
          </p:cNvSpPr>
          <p:nvPr/>
        </p:nvSpPr>
        <p:spPr>
          <a:xfrm xmlns:a="http://schemas.openxmlformats.org/drawingml/2006/main">
            <a:off x="609600" y="4752975"/>
            <a:ext cx="6591300" cy="4381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26" name="05">
            <a:extLst xmlns:a="http://schemas.openxmlformats.org/drawingml/2006/main">
              <a:ext uri="{FF2B5EF4-FFF2-40B4-BE49-F238E27FC236}">
                <a16:creationId xmlns:a16="http://schemas.microsoft.com/office/drawing/2014/main" id="{6F7E78F7-71BB-487E-ACB4-5384CE3232FF}"/>
              </a:ext>
            </a:extLst>
          </p:cNvPr>
          <p:cNvSpPr>
            <a:spLocks xmlns:a="http://schemas.openxmlformats.org/drawingml/2006/main" noGrp="1"/>
          </p:cNvSpPr>
          <p:nvPr/>
        </p:nvSpPr>
        <p:spPr>
          <a:xfrm xmlns:a="http://schemas.openxmlformats.org/drawingml/2006/main">
            <a:off x="723900" y="4848225"/>
            <a:ext cx="371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937F"/>
                </a:solidFill>
                <a:latin typeface="Inter"/>
                <a:ea typeface="Inter"/>
                <a:cs typeface="Inter"/>
              </a:defRPr>
            </a:defPPr>
            <a:lvl1pPr>
              <a:defRPr sz="1425" b="1">
                <a:solidFill>
                  <a:srgbClr val="00937F"/>
                </a:solidFill>
                <a:latin typeface="Inter"/>
                <a:ea typeface="Inter"/>
                <a:cs typeface="Inter"/>
              </a:defRPr>
            </a:lvl1pPr>
            <a:lvl2pPr>
              <a:defRPr sz="1425" b="1">
                <a:solidFill>
                  <a:srgbClr val="00937F"/>
                </a:solidFill>
                <a:latin typeface="Inter"/>
                <a:ea typeface="Inter"/>
                <a:cs typeface="Inter"/>
              </a:defRPr>
            </a:lvl2pPr>
            <a:lvl3pPr>
              <a:defRPr sz="1425" b="1">
                <a:solidFill>
                  <a:srgbClr val="00937F"/>
                </a:solidFill>
                <a:latin typeface="Inter"/>
                <a:ea typeface="Inter"/>
                <a:cs typeface="Inter"/>
              </a:defRPr>
            </a:lvl3pPr>
            <a:lvl4pPr>
              <a:defRPr sz="1425" b="1">
                <a:solidFill>
                  <a:srgbClr val="00937F"/>
                </a:solidFill>
                <a:latin typeface="Inter"/>
                <a:ea typeface="Inter"/>
                <a:cs typeface="Inter"/>
              </a:defRPr>
            </a:lvl4pPr>
            <a:lvl5pPr>
              <a:defRPr sz="1425" b="1">
                <a:solidFill>
                  <a:srgbClr val="00937F"/>
                </a:solidFill>
                <a:latin typeface="Inter"/>
                <a:ea typeface="Inter"/>
                <a:cs typeface="Inter"/>
              </a:defRPr>
            </a:lvl5pPr>
            <a:lvl6pPr>
              <a:defRPr sz="1425" b="1">
                <a:solidFill>
                  <a:srgbClr val="00937F"/>
                </a:solidFill>
                <a:latin typeface="Inter"/>
                <a:ea typeface="Inter"/>
                <a:cs typeface="Inter"/>
              </a:defRPr>
            </a:lvl6pPr>
            <a:lvl7pPr>
              <a:defRPr sz="1425" b="1">
                <a:solidFill>
                  <a:srgbClr val="00937F"/>
                </a:solidFill>
                <a:latin typeface="Inter"/>
                <a:ea typeface="Inter"/>
                <a:cs typeface="Inter"/>
              </a:defRPr>
            </a:lvl7pPr>
            <a:lvl8pPr>
              <a:defRPr sz="1425" b="1">
                <a:solidFill>
                  <a:srgbClr val="00937F"/>
                </a:solidFill>
                <a:latin typeface="Inter"/>
                <a:ea typeface="Inter"/>
                <a:cs typeface="Inter"/>
              </a:defRPr>
            </a:lvl8pPr>
            <a:lvl9pPr>
              <a:defRPr sz="1425" b="1">
                <a:solidFill>
                  <a:srgbClr val="00937F"/>
                </a:solidFill>
                <a:latin typeface="Inter"/>
                <a:ea typeface="Inter"/>
                <a:cs typeface="Inter"/>
              </a:defRPr>
            </a:lvl9pPr>
          </a:lstStyle>
          <a:p xmlns:a="http://schemas.openxmlformats.org/drawingml/2006/main">
            <a:pPr>
              <a:defRPr sz="1425" b="1">
                <a:solidFill>
                  <a:srgbClr val="00937F"/>
                </a:solidFill>
                <a:latin typeface="Inter"/>
                <a:ea typeface="Inter"/>
                <a:cs typeface="Inter"/>
              </a:defRPr>
            </a:pPr>
            <a:r>
              <a:rPr sz="1425" b="1">
                <a:solidFill>
                  <a:srgbClr val="00937F"/>
                </a:solidFill>
                <a:latin typeface="Inter"/>
                <a:ea typeface="Inter"/>
                <a:cs typeface="Inter"/>
              </a:rPr>
              <a:t>05</a:t>
            </a:r>
          </a:p>
        </p:txBody>
      </p:sp>
      <p:sp>
        <p:nvSpPr>
          <p:cNvPr id="27" name="Interfaz conectada">
            <a:extLst xmlns:a="http://schemas.openxmlformats.org/drawingml/2006/main">
              <a:ext uri="{FF2B5EF4-FFF2-40B4-BE49-F238E27FC236}">
                <a16:creationId xmlns:a16="http://schemas.microsoft.com/office/drawing/2014/main" id="{0E6578D1-14BF-4D37-874B-1EA600BB78F0}"/>
              </a:ext>
            </a:extLst>
          </p:cNvPr>
          <p:cNvSpPr>
            <a:spLocks xmlns:a="http://schemas.openxmlformats.org/drawingml/2006/main" noGrp="1"/>
          </p:cNvSpPr>
          <p:nvPr/>
        </p:nvSpPr>
        <p:spPr>
          <a:xfrm xmlns:a="http://schemas.openxmlformats.org/drawingml/2006/main">
            <a:off x="1143000" y="483870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Interfaz conectada</a:t>
            </a:r>
          </a:p>
        </p:txBody>
      </p:sp>
      <p:sp>
        <p:nvSpPr>
          <p:cNvPr id="28" name="Conectar la interfaz a la API real.">
            <a:extLst xmlns:a="http://schemas.openxmlformats.org/drawingml/2006/main">
              <a:ext uri="{FF2B5EF4-FFF2-40B4-BE49-F238E27FC236}">
                <a16:creationId xmlns:a16="http://schemas.microsoft.com/office/drawing/2014/main" id="{E106F587-2687-4F95-99C3-E0A7F6A618F5}"/>
              </a:ext>
            </a:extLst>
          </p:cNvPr>
          <p:cNvSpPr>
            <a:spLocks xmlns:a="http://schemas.openxmlformats.org/drawingml/2006/main" noGrp="1"/>
          </p:cNvSpPr>
          <p:nvPr/>
        </p:nvSpPr>
        <p:spPr>
          <a:xfrm xmlns:a="http://schemas.openxmlformats.org/drawingml/2006/main">
            <a:off x="3209925" y="48101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Conectar la interfaz a la API real.</a:t>
            </a:r>
          </a:p>
        </p:txBody>
      </p:sp>
      <p:sp>
        <p:nvSpPr>
          <p:cNvPr id="29" name="">
            <a:extLst xmlns:a="http://schemas.openxmlformats.org/drawingml/2006/main">
              <a:ext uri="{FF2B5EF4-FFF2-40B4-BE49-F238E27FC236}">
                <a16:creationId xmlns:a16="http://schemas.microsoft.com/office/drawing/2014/main" id="{3A140500-271D-49F2-9F95-FB16A8F0F58B}"/>
              </a:ext>
            </a:extLst>
          </p:cNvPr>
          <p:cNvSpPr>
            <a:spLocks xmlns:a="http://schemas.openxmlformats.org/drawingml/2006/main" noGrp="1"/>
          </p:cNvSpPr>
          <p:nvPr/>
        </p:nvSpPr>
        <p:spPr>
          <a:xfrm xmlns:a="http://schemas.openxmlformats.org/drawingml/2006/main">
            <a:off x="609600" y="5248275"/>
            <a:ext cx="6591300" cy="4381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0" name="06">
            <a:extLst xmlns:a="http://schemas.openxmlformats.org/drawingml/2006/main">
              <a:ext uri="{FF2B5EF4-FFF2-40B4-BE49-F238E27FC236}">
                <a16:creationId xmlns:a16="http://schemas.microsoft.com/office/drawing/2014/main" id="{9069CAEE-0AE5-451A-AA02-2A7F35C3FFF9}"/>
              </a:ext>
            </a:extLst>
          </p:cNvPr>
          <p:cNvSpPr>
            <a:spLocks xmlns:a="http://schemas.openxmlformats.org/drawingml/2006/main" noGrp="1"/>
          </p:cNvSpPr>
          <p:nvPr/>
        </p:nvSpPr>
        <p:spPr>
          <a:xfrm xmlns:a="http://schemas.openxmlformats.org/drawingml/2006/main">
            <a:off x="723900" y="5343525"/>
            <a:ext cx="371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00937F"/>
                </a:solidFill>
                <a:latin typeface="Inter"/>
                <a:ea typeface="Inter"/>
                <a:cs typeface="Inter"/>
              </a:defRPr>
            </a:defPPr>
            <a:lvl1pPr>
              <a:defRPr sz="1425" b="1">
                <a:solidFill>
                  <a:srgbClr val="00937F"/>
                </a:solidFill>
                <a:latin typeface="Inter"/>
                <a:ea typeface="Inter"/>
                <a:cs typeface="Inter"/>
              </a:defRPr>
            </a:lvl1pPr>
            <a:lvl2pPr>
              <a:defRPr sz="1425" b="1">
                <a:solidFill>
                  <a:srgbClr val="00937F"/>
                </a:solidFill>
                <a:latin typeface="Inter"/>
                <a:ea typeface="Inter"/>
                <a:cs typeface="Inter"/>
              </a:defRPr>
            </a:lvl2pPr>
            <a:lvl3pPr>
              <a:defRPr sz="1425" b="1">
                <a:solidFill>
                  <a:srgbClr val="00937F"/>
                </a:solidFill>
                <a:latin typeface="Inter"/>
                <a:ea typeface="Inter"/>
                <a:cs typeface="Inter"/>
              </a:defRPr>
            </a:lvl3pPr>
            <a:lvl4pPr>
              <a:defRPr sz="1425" b="1">
                <a:solidFill>
                  <a:srgbClr val="00937F"/>
                </a:solidFill>
                <a:latin typeface="Inter"/>
                <a:ea typeface="Inter"/>
                <a:cs typeface="Inter"/>
              </a:defRPr>
            </a:lvl4pPr>
            <a:lvl5pPr>
              <a:defRPr sz="1425" b="1">
                <a:solidFill>
                  <a:srgbClr val="00937F"/>
                </a:solidFill>
                <a:latin typeface="Inter"/>
                <a:ea typeface="Inter"/>
                <a:cs typeface="Inter"/>
              </a:defRPr>
            </a:lvl5pPr>
            <a:lvl6pPr>
              <a:defRPr sz="1425" b="1">
                <a:solidFill>
                  <a:srgbClr val="00937F"/>
                </a:solidFill>
                <a:latin typeface="Inter"/>
                <a:ea typeface="Inter"/>
                <a:cs typeface="Inter"/>
              </a:defRPr>
            </a:lvl6pPr>
            <a:lvl7pPr>
              <a:defRPr sz="1425" b="1">
                <a:solidFill>
                  <a:srgbClr val="00937F"/>
                </a:solidFill>
                <a:latin typeface="Inter"/>
                <a:ea typeface="Inter"/>
                <a:cs typeface="Inter"/>
              </a:defRPr>
            </a:lvl7pPr>
            <a:lvl8pPr>
              <a:defRPr sz="1425" b="1">
                <a:solidFill>
                  <a:srgbClr val="00937F"/>
                </a:solidFill>
                <a:latin typeface="Inter"/>
                <a:ea typeface="Inter"/>
                <a:cs typeface="Inter"/>
              </a:defRPr>
            </a:lvl8pPr>
            <a:lvl9pPr>
              <a:defRPr sz="1425" b="1">
                <a:solidFill>
                  <a:srgbClr val="00937F"/>
                </a:solidFill>
                <a:latin typeface="Inter"/>
                <a:ea typeface="Inter"/>
                <a:cs typeface="Inter"/>
              </a:defRPr>
            </a:lvl9pPr>
          </a:lstStyle>
          <a:p xmlns:a="http://schemas.openxmlformats.org/drawingml/2006/main">
            <a:pPr>
              <a:defRPr sz="1425" b="1">
                <a:solidFill>
                  <a:srgbClr val="00937F"/>
                </a:solidFill>
                <a:latin typeface="Inter"/>
                <a:ea typeface="Inter"/>
                <a:cs typeface="Inter"/>
              </a:defRPr>
            </a:pPr>
            <a:r>
              <a:rPr sz="1425" b="1">
                <a:solidFill>
                  <a:srgbClr val="00937F"/>
                </a:solidFill>
                <a:latin typeface="Inter"/>
                <a:ea typeface="Inter"/>
                <a:cs typeface="Inter"/>
              </a:rPr>
              <a:t>06</a:t>
            </a:r>
          </a:p>
        </p:txBody>
      </p:sp>
      <p:sp>
        <p:nvSpPr>
          <p:cNvPr id="31" name="Prueba y demo">
            <a:extLst xmlns:a="http://schemas.openxmlformats.org/drawingml/2006/main">
              <a:ext uri="{FF2B5EF4-FFF2-40B4-BE49-F238E27FC236}">
                <a16:creationId xmlns:a16="http://schemas.microsoft.com/office/drawing/2014/main" id="{BF4D9561-54C2-4F6E-8885-7156DC91CF80}"/>
              </a:ext>
            </a:extLst>
          </p:cNvPr>
          <p:cNvSpPr>
            <a:spLocks xmlns:a="http://schemas.openxmlformats.org/drawingml/2006/main" noGrp="1"/>
          </p:cNvSpPr>
          <p:nvPr/>
        </p:nvSpPr>
        <p:spPr>
          <a:xfrm xmlns:a="http://schemas.openxmlformats.org/drawingml/2006/main">
            <a:off x="1143000" y="533400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4383E"/>
                </a:solidFill>
                <a:latin typeface="Inter"/>
                <a:ea typeface="Inter"/>
                <a:cs typeface="Inter"/>
              </a:defRPr>
            </a:defPPr>
            <a:lvl1pPr>
              <a:defRPr sz="1500" b="1">
                <a:solidFill>
                  <a:srgbClr val="34383E"/>
                </a:solidFill>
                <a:latin typeface="Inter"/>
                <a:ea typeface="Inter"/>
                <a:cs typeface="Inter"/>
              </a:defRPr>
            </a:lvl1pPr>
            <a:lvl2pPr>
              <a:defRPr sz="1500" b="1">
                <a:solidFill>
                  <a:srgbClr val="34383E"/>
                </a:solidFill>
                <a:latin typeface="Inter"/>
                <a:ea typeface="Inter"/>
                <a:cs typeface="Inter"/>
              </a:defRPr>
            </a:lvl2pPr>
            <a:lvl3pPr>
              <a:defRPr sz="1500" b="1">
                <a:solidFill>
                  <a:srgbClr val="34383E"/>
                </a:solidFill>
                <a:latin typeface="Inter"/>
                <a:ea typeface="Inter"/>
                <a:cs typeface="Inter"/>
              </a:defRPr>
            </a:lvl3pPr>
            <a:lvl4pPr>
              <a:defRPr sz="1500" b="1">
                <a:solidFill>
                  <a:srgbClr val="34383E"/>
                </a:solidFill>
                <a:latin typeface="Inter"/>
                <a:ea typeface="Inter"/>
                <a:cs typeface="Inter"/>
              </a:defRPr>
            </a:lvl4pPr>
            <a:lvl5pPr>
              <a:defRPr sz="1500" b="1">
                <a:solidFill>
                  <a:srgbClr val="34383E"/>
                </a:solidFill>
                <a:latin typeface="Inter"/>
                <a:ea typeface="Inter"/>
                <a:cs typeface="Inter"/>
              </a:defRPr>
            </a:lvl5pPr>
            <a:lvl6pPr>
              <a:defRPr sz="1500" b="1">
                <a:solidFill>
                  <a:srgbClr val="34383E"/>
                </a:solidFill>
                <a:latin typeface="Inter"/>
                <a:ea typeface="Inter"/>
                <a:cs typeface="Inter"/>
              </a:defRPr>
            </a:lvl6pPr>
            <a:lvl7pPr>
              <a:defRPr sz="1500" b="1">
                <a:solidFill>
                  <a:srgbClr val="34383E"/>
                </a:solidFill>
                <a:latin typeface="Inter"/>
                <a:ea typeface="Inter"/>
                <a:cs typeface="Inter"/>
              </a:defRPr>
            </a:lvl7pPr>
            <a:lvl8pPr>
              <a:defRPr sz="1500" b="1">
                <a:solidFill>
                  <a:srgbClr val="34383E"/>
                </a:solidFill>
                <a:latin typeface="Inter"/>
                <a:ea typeface="Inter"/>
                <a:cs typeface="Inter"/>
              </a:defRPr>
            </a:lvl8pPr>
            <a:lvl9pPr>
              <a:defRPr sz="1500" b="1">
                <a:solidFill>
                  <a:srgbClr val="34383E"/>
                </a:solidFill>
                <a:latin typeface="Inter"/>
                <a:ea typeface="Inter"/>
                <a:cs typeface="Inter"/>
              </a:defRPr>
            </a:lvl9pPr>
          </a:lstStyle>
          <a:p xmlns:a="http://schemas.openxmlformats.org/drawingml/2006/main">
            <a:pPr>
              <a:defRPr sz="1500" b="1">
                <a:solidFill>
                  <a:srgbClr val="34383E"/>
                </a:solidFill>
                <a:latin typeface="Inter"/>
                <a:ea typeface="Inter"/>
                <a:cs typeface="Inter"/>
              </a:defRPr>
            </a:pPr>
            <a:r>
              <a:rPr sz="1500" b="1">
                <a:solidFill>
                  <a:srgbClr val="34383E"/>
                </a:solidFill>
                <a:latin typeface="Inter"/>
                <a:ea typeface="Inter"/>
                <a:cs typeface="Inter"/>
              </a:rPr>
              <a:t>Prueba y demo</a:t>
            </a:r>
          </a:p>
        </p:txBody>
      </p:sp>
      <p:sp>
        <p:nvSpPr>
          <p:cNvPr id="32" name="Reintento, reinicio y evidencia de la operación.">
            <a:extLst xmlns:a="http://schemas.openxmlformats.org/drawingml/2006/main">
              <a:ext uri="{FF2B5EF4-FFF2-40B4-BE49-F238E27FC236}">
                <a16:creationId xmlns:a16="http://schemas.microsoft.com/office/drawing/2014/main" id="{16D56110-97A7-4AB2-8AF0-E738BF59A02E}"/>
              </a:ext>
            </a:extLst>
          </p:cNvPr>
          <p:cNvSpPr>
            <a:spLocks xmlns:a="http://schemas.openxmlformats.org/drawingml/2006/main" noGrp="1"/>
          </p:cNvSpPr>
          <p:nvPr/>
        </p:nvSpPr>
        <p:spPr>
          <a:xfrm xmlns:a="http://schemas.openxmlformats.org/drawingml/2006/main">
            <a:off x="3209925" y="53054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34383E"/>
                </a:solidFill>
                <a:latin typeface="Inter"/>
                <a:ea typeface="Inter"/>
                <a:cs typeface="Inter"/>
              </a:defRPr>
            </a:defPPr>
            <a:lvl1pPr>
              <a:defRPr sz="1350" b="0">
                <a:solidFill>
                  <a:srgbClr val="34383E"/>
                </a:solidFill>
                <a:latin typeface="Inter"/>
                <a:ea typeface="Inter"/>
                <a:cs typeface="Inter"/>
              </a:defRPr>
            </a:lvl1pPr>
            <a:lvl2pPr>
              <a:defRPr sz="1350" b="0">
                <a:solidFill>
                  <a:srgbClr val="34383E"/>
                </a:solidFill>
                <a:latin typeface="Inter"/>
                <a:ea typeface="Inter"/>
                <a:cs typeface="Inter"/>
              </a:defRPr>
            </a:lvl2pPr>
            <a:lvl3pPr>
              <a:defRPr sz="1350" b="0">
                <a:solidFill>
                  <a:srgbClr val="34383E"/>
                </a:solidFill>
                <a:latin typeface="Inter"/>
                <a:ea typeface="Inter"/>
                <a:cs typeface="Inter"/>
              </a:defRPr>
            </a:lvl3pPr>
            <a:lvl4pPr>
              <a:defRPr sz="1350" b="0">
                <a:solidFill>
                  <a:srgbClr val="34383E"/>
                </a:solidFill>
                <a:latin typeface="Inter"/>
                <a:ea typeface="Inter"/>
                <a:cs typeface="Inter"/>
              </a:defRPr>
            </a:lvl4pPr>
            <a:lvl5pPr>
              <a:defRPr sz="1350" b="0">
                <a:solidFill>
                  <a:srgbClr val="34383E"/>
                </a:solidFill>
                <a:latin typeface="Inter"/>
                <a:ea typeface="Inter"/>
                <a:cs typeface="Inter"/>
              </a:defRPr>
            </a:lvl5pPr>
            <a:lvl6pPr>
              <a:defRPr sz="1350" b="0">
                <a:solidFill>
                  <a:srgbClr val="34383E"/>
                </a:solidFill>
                <a:latin typeface="Inter"/>
                <a:ea typeface="Inter"/>
                <a:cs typeface="Inter"/>
              </a:defRPr>
            </a:lvl6pPr>
            <a:lvl7pPr>
              <a:defRPr sz="1350" b="0">
                <a:solidFill>
                  <a:srgbClr val="34383E"/>
                </a:solidFill>
                <a:latin typeface="Inter"/>
                <a:ea typeface="Inter"/>
                <a:cs typeface="Inter"/>
              </a:defRPr>
            </a:lvl7pPr>
            <a:lvl8pPr>
              <a:defRPr sz="1350" b="0">
                <a:solidFill>
                  <a:srgbClr val="34383E"/>
                </a:solidFill>
                <a:latin typeface="Inter"/>
                <a:ea typeface="Inter"/>
                <a:cs typeface="Inter"/>
              </a:defRPr>
            </a:lvl8pPr>
            <a:lvl9pPr>
              <a:defRPr sz="1350" b="0">
                <a:solidFill>
                  <a:srgbClr val="34383E"/>
                </a:solidFill>
                <a:latin typeface="Inter"/>
                <a:ea typeface="Inter"/>
                <a:cs typeface="Inter"/>
              </a:defRPr>
            </a:lvl9pPr>
          </a:lstStyle>
          <a:p xmlns:a="http://schemas.openxmlformats.org/drawingml/2006/main">
            <a:pPr>
              <a:defRPr sz="1350" b="0">
                <a:solidFill>
                  <a:srgbClr val="34383E"/>
                </a:solidFill>
                <a:latin typeface="Inter"/>
                <a:ea typeface="Inter"/>
                <a:cs typeface="Inter"/>
              </a:defRPr>
            </a:pPr>
            <a:r>
              <a:rPr sz="1350" b="0">
                <a:solidFill>
                  <a:srgbClr val="34383E"/>
                </a:solidFill>
                <a:latin typeface="Inter"/>
                <a:ea typeface="Inter"/>
                <a:cs typeface="Inter"/>
              </a:rPr>
              <a:t>Reintento, reinicio y evidencia de la operación.</a:t>
            </a:r>
          </a:p>
        </p:txBody>
      </p:sp>
      <p:sp>
        <p:nvSpPr>
          <p:cNvPr id="33" name="">
            <a:extLst xmlns:a="http://schemas.openxmlformats.org/drawingml/2006/main">
              <a:ext uri="{FF2B5EF4-FFF2-40B4-BE49-F238E27FC236}">
                <a16:creationId xmlns:a16="http://schemas.microsoft.com/office/drawing/2014/main" id="{C29EF6CA-F217-4965-9004-3CB2AFBA1470}"/>
              </a:ext>
            </a:extLst>
          </p:cNvPr>
          <p:cNvSpPr>
            <a:spLocks xmlns:a="http://schemas.openxmlformats.org/drawingml/2006/main" noGrp="1"/>
          </p:cNvSpPr>
          <p:nvPr/>
        </p:nvSpPr>
        <p:spPr>
          <a:xfrm xmlns:a="http://schemas.openxmlformats.org/drawingml/2006/main">
            <a:off x="7505700" y="2238375"/>
            <a:ext cx="4076700" cy="1990725"/>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783C0D2-C178-456A-AC9A-D1C0A5F57D31}"/>
              </a:ext>
            </a:extLst>
          </p:cNvPr>
          <p:cNvSpPr>
            <a:spLocks xmlns:a="http://schemas.openxmlformats.org/drawingml/2006/main" noGrp="1"/>
          </p:cNvSpPr>
          <p:nvPr/>
        </p:nvSpPr>
        <p:spPr>
          <a:xfrm xmlns:a="http://schemas.openxmlformats.org/drawingml/2006/main">
            <a:off x="7505700" y="2238375"/>
            <a:ext cx="40767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5" name="Acuerdo del equipo">
            <a:extLst xmlns:a="http://schemas.openxmlformats.org/drawingml/2006/main">
              <a:ext uri="{FF2B5EF4-FFF2-40B4-BE49-F238E27FC236}">
                <a16:creationId xmlns:a16="http://schemas.microsoft.com/office/drawing/2014/main" id="{B830D81F-D6CF-4DD1-97DD-005375280D3F}"/>
              </a:ext>
            </a:extLst>
          </p:cNvPr>
          <p:cNvSpPr>
            <a:spLocks xmlns:a="http://schemas.openxmlformats.org/drawingml/2006/main" noGrp="1"/>
          </p:cNvSpPr>
          <p:nvPr/>
        </p:nvSpPr>
        <p:spPr>
          <a:xfrm xmlns:a="http://schemas.openxmlformats.org/drawingml/2006/main">
            <a:off x="7639050" y="23050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FFFF"/>
                </a:solidFill>
                <a:latin typeface="Inter"/>
                <a:ea typeface="Inter"/>
                <a:cs typeface="Inter"/>
              </a:defRPr>
            </a:defPPr>
            <a:lvl1pPr>
              <a:defRPr sz="1800" b="1">
                <a:solidFill>
                  <a:srgbClr val="FFFFFF"/>
                </a:solidFill>
                <a:latin typeface="Inter"/>
                <a:ea typeface="Inter"/>
                <a:cs typeface="Inter"/>
              </a:defRPr>
            </a:lvl1pPr>
            <a:lvl2pPr>
              <a:defRPr sz="1800" b="1">
                <a:solidFill>
                  <a:srgbClr val="FFFFFF"/>
                </a:solidFill>
                <a:latin typeface="Inter"/>
                <a:ea typeface="Inter"/>
                <a:cs typeface="Inter"/>
              </a:defRPr>
            </a:lvl2pPr>
            <a:lvl3pPr>
              <a:defRPr sz="1800" b="1">
                <a:solidFill>
                  <a:srgbClr val="FFFFFF"/>
                </a:solidFill>
                <a:latin typeface="Inter"/>
                <a:ea typeface="Inter"/>
                <a:cs typeface="Inter"/>
              </a:defRPr>
            </a:lvl3pPr>
            <a:lvl4pPr>
              <a:defRPr sz="1800" b="1">
                <a:solidFill>
                  <a:srgbClr val="FFFFFF"/>
                </a:solidFill>
                <a:latin typeface="Inter"/>
                <a:ea typeface="Inter"/>
                <a:cs typeface="Inter"/>
              </a:defRPr>
            </a:lvl4pPr>
            <a:lvl5pPr>
              <a:defRPr sz="1800" b="1">
                <a:solidFill>
                  <a:srgbClr val="FFFFFF"/>
                </a:solidFill>
                <a:latin typeface="Inter"/>
                <a:ea typeface="Inter"/>
                <a:cs typeface="Inter"/>
              </a:defRPr>
            </a:lvl5pPr>
            <a:lvl6pPr>
              <a:defRPr sz="1800" b="1">
                <a:solidFill>
                  <a:srgbClr val="FFFFFF"/>
                </a:solidFill>
                <a:latin typeface="Inter"/>
                <a:ea typeface="Inter"/>
                <a:cs typeface="Inter"/>
              </a:defRPr>
            </a:lvl6pPr>
            <a:lvl7pPr>
              <a:defRPr sz="1800" b="1">
                <a:solidFill>
                  <a:srgbClr val="FFFFFF"/>
                </a:solidFill>
                <a:latin typeface="Inter"/>
                <a:ea typeface="Inter"/>
                <a:cs typeface="Inter"/>
              </a:defRPr>
            </a:lvl7pPr>
            <a:lvl8pPr>
              <a:defRPr sz="1800" b="1">
                <a:solidFill>
                  <a:srgbClr val="FFFFFF"/>
                </a:solidFill>
                <a:latin typeface="Inter"/>
                <a:ea typeface="Inter"/>
                <a:cs typeface="Inter"/>
              </a:defRPr>
            </a:lvl8pPr>
            <a:lvl9pPr>
              <a:defRPr sz="1800" b="1">
                <a:solidFill>
                  <a:srgbClr val="FFFFFF"/>
                </a:solidFill>
                <a:latin typeface="Inter"/>
                <a:ea typeface="Inter"/>
                <a:cs typeface="Inter"/>
              </a:defRPr>
            </a:lvl9pPr>
          </a:lstStyle>
          <a:p xmlns:a="http://schemas.openxmlformats.org/drawingml/2006/main">
            <a:pPr>
              <a:defRPr sz="1800" b="1">
                <a:solidFill>
                  <a:srgbClr val="FFFFFF"/>
                </a:solidFill>
                <a:latin typeface="Inter"/>
                <a:ea typeface="Inter"/>
                <a:cs typeface="Inter"/>
              </a:defRPr>
            </a:pPr>
            <a:r>
              <a:rPr sz="1800" b="1">
                <a:solidFill>
                  <a:srgbClr val="FFFFFF"/>
                </a:solidFill>
                <a:latin typeface="Inter"/>
                <a:ea typeface="Inter"/>
                <a:cs typeface="Inter"/>
              </a:rPr>
              <a:t>Acuerdo del equipo</a:t>
            </a:r>
          </a:p>
        </p:txBody>
      </p:sp>
      <p:sp>
        <p:nvSpPr>
          <p:cNvPr id="36" name="Arquitectura: límites y decisiones.&#10;Desarrollo: re">
            <a:extLst xmlns:a="http://schemas.openxmlformats.org/drawingml/2006/main">
              <a:ext uri="{FF2B5EF4-FFF2-40B4-BE49-F238E27FC236}">
                <a16:creationId xmlns:a16="http://schemas.microsoft.com/office/drawing/2014/main" id="{E61610CF-627A-4F3F-9944-B5AECB7AC14F}"/>
              </a:ext>
            </a:extLst>
          </p:cNvPr>
          <p:cNvSpPr>
            <a:spLocks xmlns:a="http://schemas.openxmlformats.org/drawingml/2006/main" noGrp="1"/>
          </p:cNvSpPr>
          <p:nvPr/>
        </p:nvSpPr>
        <p:spPr>
          <a:xfrm xmlns:a="http://schemas.openxmlformats.org/drawingml/2006/main">
            <a:off x="7639050" y="2819400"/>
            <a:ext cx="3810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34383E"/>
                </a:solidFill>
                <a:latin typeface="Inter"/>
                <a:ea typeface="Inter"/>
                <a:cs typeface="Inter"/>
              </a:defRPr>
            </a:defPPr>
            <a:lvl1pPr>
              <a:defRPr sz="1500" b="0">
                <a:solidFill>
                  <a:srgbClr val="34383E"/>
                </a:solidFill>
                <a:latin typeface="Inter"/>
                <a:ea typeface="Inter"/>
                <a:cs typeface="Inter"/>
              </a:defRPr>
            </a:lvl1pPr>
            <a:lvl2pPr>
              <a:defRPr sz="1500" b="0">
                <a:solidFill>
                  <a:srgbClr val="34383E"/>
                </a:solidFill>
                <a:latin typeface="Inter"/>
                <a:ea typeface="Inter"/>
                <a:cs typeface="Inter"/>
              </a:defRPr>
            </a:lvl2pPr>
            <a:lvl3pPr>
              <a:defRPr sz="1500" b="0">
                <a:solidFill>
                  <a:srgbClr val="34383E"/>
                </a:solidFill>
                <a:latin typeface="Inter"/>
                <a:ea typeface="Inter"/>
                <a:cs typeface="Inter"/>
              </a:defRPr>
            </a:lvl3pPr>
            <a:lvl4pPr>
              <a:defRPr sz="1500" b="0">
                <a:solidFill>
                  <a:srgbClr val="34383E"/>
                </a:solidFill>
                <a:latin typeface="Inter"/>
                <a:ea typeface="Inter"/>
                <a:cs typeface="Inter"/>
              </a:defRPr>
            </a:lvl4pPr>
            <a:lvl5pPr>
              <a:defRPr sz="1500" b="0">
                <a:solidFill>
                  <a:srgbClr val="34383E"/>
                </a:solidFill>
                <a:latin typeface="Inter"/>
                <a:ea typeface="Inter"/>
                <a:cs typeface="Inter"/>
              </a:defRPr>
            </a:lvl5pPr>
            <a:lvl6pPr>
              <a:defRPr sz="1500" b="0">
                <a:solidFill>
                  <a:srgbClr val="34383E"/>
                </a:solidFill>
                <a:latin typeface="Inter"/>
                <a:ea typeface="Inter"/>
                <a:cs typeface="Inter"/>
              </a:defRPr>
            </a:lvl6pPr>
            <a:lvl7pPr>
              <a:defRPr sz="1500" b="0">
                <a:solidFill>
                  <a:srgbClr val="34383E"/>
                </a:solidFill>
                <a:latin typeface="Inter"/>
                <a:ea typeface="Inter"/>
                <a:cs typeface="Inter"/>
              </a:defRPr>
            </a:lvl7pPr>
            <a:lvl8pPr>
              <a:defRPr sz="1500" b="0">
                <a:solidFill>
                  <a:srgbClr val="34383E"/>
                </a:solidFill>
                <a:latin typeface="Inter"/>
                <a:ea typeface="Inter"/>
                <a:cs typeface="Inter"/>
              </a:defRPr>
            </a:lvl8pPr>
            <a:lvl9pPr>
              <a:defRPr sz="1500" b="0">
                <a:solidFill>
                  <a:srgbClr val="34383E"/>
                </a:solidFill>
                <a:latin typeface="Inter"/>
                <a:ea typeface="Inter"/>
                <a:cs typeface="Inter"/>
              </a:defRPr>
            </a:lvl9pPr>
          </a:lstStyle>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Arquitectura: límites y decisiones.</a:t>
            </a:r>
          </a:p>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Desarrollo: recorrido implementado.</a:t>
            </a:r>
          </a:p>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QA: aceptación y recuperación.</a:t>
            </a:r>
          </a:p>
          <a:p xmlns:a="http://schemas.openxmlformats.org/drawingml/2006/main">
            <a:pPr>
              <a:defRPr sz="1500" b="0">
                <a:solidFill>
                  <a:srgbClr val="34383E"/>
                </a:solidFill>
                <a:latin typeface="Inter"/>
                <a:ea typeface="Inter"/>
                <a:cs typeface="Inter"/>
              </a:defRPr>
            </a:pPr>
            <a:r>
              <a:rPr sz="1500" b="0">
                <a:solidFill>
                  <a:srgbClr val="34383E"/>
                </a:solidFill>
                <a:latin typeface="Inter"/>
                <a:ea typeface="Inter"/>
                <a:cs typeface="Inter"/>
              </a:rPr>
              <a:t>Producto: priorización y feedback.</a:t>
            </a:r>
          </a:p>
        </p:txBody>
      </p:sp>
      <p:sp>
        <p:nvSpPr>
          <p:cNvPr id="37" name="">
            <a:extLst xmlns:a="http://schemas.openxmlformats.org/drawingml/2006/main">
              <a:ext uri="{FF2B5EF4-FFF2-40B4-BE49-F238E27FC236}">
                <a16:creationId xmlns:a16="http://schemas.microsoft.com/office/drawing/2014/main" id="{37300488-B21F-45FC-9761-F847411023EE}"/>
              </a:ext>
            </a:extLst>
          </p:cNvPr>
          <p:cNvSpPr>
            <a:spLocks xmlns:a="http://schemas.openxmlformats.org/drawingml/2006/main" noGrp="1"/>
          </p:cNvSpPr>
          <p:nvPr/>
        </p:nvSpPr>
        <p:spPr>
          <a:xfrm xmlns:a="http://schemas.openxmlformats.org/drawingml/2006/main">
            <a:off x="7505700" y="4410075"/>
            <a:ext cx="4076700" cy="1428750"/>
          </a:xfrm>
          <a:prstGeom xmlns:a="http://schemas.openxmlformats.org/drawingml/2006/main" prst="rect">
            <a:avLst/>
          </a:prstGeom>
          <a:solidFill xmlns:a="http://schemas.openxmlformats.org/drawingml/2006/main">
            <a:srgbClr val="EDF4F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D7429D7-2938-464E-B046-DB21D5F2B9A9}"/>
              </a:ext>
            </a:extLst>
          </p:cNvPr>
          <p:cNvSpPr>
            <a:spLocks xmlns:a="http://schemas.openxmlformats.org/drawingml/2006/main" noGrp="1"/>
          </p:cNvSpPr>
          <p:nvPr/>
        </p:nvSpPr>
        <p:spPr>
          <a:xfrm xmlns:a="http://schemas.openxmlformats.org/drawingml/2006/main">
            <a:off x="7505700" y="4410075"/>
            <a:ext cx="4076700" cy="438150"/>
          </a:xfrm>
          <a:prstGeom xmlns:a="http://schemas.openxmlformats.org/drawingml/2006/main" prst="rect">
            <a:avLst/>
          </a:prstGeom>
          <a:solidFill xmlns:a="http://schemas.openxmlformats.org/drawingml/2006/main">
            <a:srgbClr val="006DB6"/>
          </a:solidFill>
          <a:ln xmlns:a="http://schemas.openxmlformats.org/drawingml/2006/main" w="0">
            <a:noFill/>
          </a:ln>
        </p:spPr>
      </p:sp>
      <p:sp>
        <p:nvSpPr>
          <p:cNvPr id="39" name="Cada revisión con el cliente">
            <a:extLst xmlns:a="http://schemas.openxmlformats.org/drawingml/2006/main">
              <a:ext uri="{FF2B5EF4-FFF2-40B4-BE49-F238E27FC236}">
                <a16:creationId xmlns:a16="http://schemas.microsoft.com/office/drawing/2014/main" id="{1338AA99-F839-42E8-885B-DC2659F34CC5}"/>
              </a:ext>
            </a:extLst>
          </p:cNvPr>
          <p:cNvSpPr>
            <a:spLocks xmlns:a="http://schemas.openxmlformats.org/drawingml/2006/main" noGrp="1"/>
          </p:cNvSpPr>
          <p:nvPr/>
        </p:nvSpPr>
        <p:spPr>
          <a:xfrm xmlns:a="http://schemas.openxmlformats.org/drawingml/2006/main">
            <a:off x="7639050" y="44767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Inter"/>
                <a:ea typeface="Inter"/>
                <a:cs typeface="Inter"/>
              </a:defRPr>
            </a:defPPr>
            <a:lvl1pPr>
              <a:defRPr sz="1725" b="1">
                <a:solidFill>
                  <a:srgbClr val="FFFFFF"/>
                </a:solidFill>
                <a:latin typeface="Inter"/>
                <a:ea typeface="Inter"/>
                <a:cs typeface="Inter"/>
              </a:defRPr>
            </a:lvl1pPr>
            <a:lvl2pPr>
              <a:defRPr sz="1725" b="1">
                <a:solidFill>
                  <a:srgbClr val="FFFFFF"/>
                </a:solidFill>
                <a:latin typeface="Inter"/>
                <a:ea typeface="Inter"/>
                <a:cs typeface="Inter"/>
              </a:defRPr>
            </a:lvl2pPr>
            <a:lvl3pPr>
              <a:defRPr sz="1725" b="1">
                <a:solidFill>
                  <a:srgbClr val="FFFFFF"/>
                </a:solidFill>
                <a:latin typeface="Inter"/>
                <a:ea typeface="Inter"/>
                <a:cs typeface="Inter"/>
              </a:defRPr>
            </a:lvl3pPr>
            <a:lvl4pPr>
              <a:defRPr sz="1725" b="1">
                <a:solidFill>
                  <a:srgbClr val="FFFFFF"/>
                </a:solidFill>
                <a:latin typeface="Inter"/>
                <a:ea typeface="Inter"/>
                <a:cs typeface="Inter"/>
              </a:defRPr>
            </a:lvl4pPr>
            <a:lvl5pPr>
              <a:defRPr sz="1725" b="1">
                <a:solidFill>
                  <a:srgbClr val="FFFFFF"/>
                </a:solidFill>
                <a:latin typeface="Inter"/>
                <a:ea typeface="Inter"/>
                <a:cs typeface="Inter"/>
              </a:defRPr>
            </a:lvl5pPr>
            <a:lvl6pPr>
              <a:defRPr sz="1725" b="1">
                <a:solidFill>
                  <a:srgbClr val="FFFFFF"/>
                </a:solidFill>
                <a:latin typeface="Inter"/>
                <a:ea typeface="Inter"/>
                <a:cs typeface="Inter"/>
              </a:defRPr>
            </a:lvl6pPr>
            <a:lvl7pPr>
              <a:defRPr sz="1725" b="1">
                <a:solidFill>
                  <a:srgbClr val="FFFFFF"/>
                </a:solidFill>
                <a:latin typeface="Inter"/>
                <a:ea typeface="Inter"/>
                <a:cs typeface="Inter"/>
              </a:defRPr>
            </a:lvl7pPr>
            <a:lvl8pPr>
              <a:defRPr sz="1725" b="1">
                <a:solidFill>
                  <a:srgbClr val="FFFFFF"/>
                </a:solidFill>
                <a:latin typeface="Inter"/>
                <a:ea typeface="Inter"/>
                <a:cs typeface="Inter"/>
              </a:defRPr>
            </a:lvl8pPr>
            <a:lvl9pPr>
              <a:defRPr sz="1725" b="1">
                <a:solidFill>
                  <a:srgbClr val="FFFFFF"/>
                </a:solidFill>
                <a:latin typeface="Inter"/>
                <a:ea typeface="Inter"/>
                <a:cs typeface="Inter"/>
              </a:defRPr>
            </a:lvl9pPr>
          </a:lstStyle>
          <a:p xmlns:a="http://schemas.openxmlformats.org/drawingml/2006/main">
            <a:pPr>
              <a:defRPr sz="1725" b="1">
                <a:solidFill>
                  <a:srgbClr val="FFFFFF"/>
                </a:solidFill>
                <a:latin typeface="Inter"/>
                <a:ea typeface="Inter"/>
                <a:cs typeface="Inter"/>
              </a:defRPr>
            </a:pPr>
            <a:r>
              <a:rPr sz="1725" b="1">
                <a:solidFill>
                  <a:srgbClr val="FFFFFF"/>
                </a:solidFill>
                <a:latin typeface="Inter"/>
                <a:ea typeface="Inter"/>
                <a:cs typeface="Inter"/>
              </a:rPr>
              <a:t>Cada revisión con el cliente</a:t>
            </a:r>
          </a:p>
        </p:txBody>
      </p:sp>
      <p:sp>
        <p:nvSpPr>
          <p:cNvPr id="40" name="Mostrar el recorrido y sus simuladores.&#10;Registrar ">
            <a:extLst xmlns:a="http://schemas.openxmlformats.org/drawingml/2006/main">
              <a:ext uri="{FF2B5EF4-FFF2-40B4-BE49-F238E27FC236}">
                <a16:creationId xmlns:a16="http://schemas.microsoft.com/office/drawing/2014/main" id="{D34D5973-4C3A-4623-95B4-E92C8E40B6FA}"/>
              </a:ext>
            </a:extLst>
          </p:cNvPr>
          <p:cNvSpPr>
            <a:spLocks xmlns:a="http://schemas.openxmlformats.org/drawingml/2006/main" noGrp="1"/>
          </p:cNvSpPr>
          <p:nvPr/>
        </p:nvSpPr>
        <p:spPr>
          <a:xfrm xmlns:a="http://schemas.openxmlformats.org/drawingml/2006/main">
            <a:off x="7639050" y="4991100"/>
            <a:ext cx="3810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34383E"/>
                </a:solidFill>
                <a:latin typeface="Inter"/>
                <a:ea typeface="Inter"/>
                <a:cs typeface="Inter"/>
              </a:defRPr>
            </a:defPPr>
            <a:lvl1pPr>
              <a:defRPr sz="1425" b="0">
                <a:solidFill>
                  <a:srgbClr val="34383E"/>
                </a:solidFill>
                <a:latin typeface="Inter"/>
                <a:ea typeface="Inter"/>
                <a:cs typeface="Inter"/>
              </a:defRPr>
            </a:lvl1pPr>
            <a:lvl2pPr>
              <a:defRPr sz="1425" b="0">
                <a:solidFill>
                  <a:srgbClr val="34383E"/>
                </a:solidFill>
                <a:latin typeface="Inter"/>
                <a:ea typeface="Inter"/>
                <a:cs typeface="Inter"/>
              </a:defRPr>
            </a:lvl2pPr>
            <a:lvl3pPr>
              <a:defRPr sz="1425" b="0">
                <a:solidFill>
                  <a:srgbClr val="34383E"/>
                </a:solidFill>
                <a:latin typeface="Inter"/>
                <a:ea typeface="Inter"/>
                <a:cs typeface="Inter"/>
              </a:defRPr>
            </a:lvl3pPr>
            <a:lvl4pPr>
              <a:defRPr sz="1425" b="0">
                <a:solidFill>
                  <a:srgbClr val="34383E"/>
                </a:solidFill>
                <a:latin typeface="Inter"/>
                <a:ea typeface="Inter"/>
                <a:cs typeface="Inter"/>
              </a:defRPr>
            </a:lvl4pPr>
            <a:lvl5pPr>
              <a:defRPr sz="1425" b="0">
                <a:solidFill>
                  <a:srgbClr val="34383E"/>
                </a:solidFill>
                <a:latin typeface="Inter"/>
                <a:ea typeface="Inter"/>
                <a:cs typeface="Inter"/>
              </a:defRPr>
            </a:lvl5pPr>
            <a:lvl6pPr>
              <a:defRPr sz="1425" b="0">
                <a:solidFill>
                  <a:srgbClr val="34383E"/>
                </a:solidFill>
                <a:latin typeface="Inter"/>
                <a:ea typeface="Inter"/>
                <a:cs typeface="Inter"/>
              </a:defRPr>
            </a:lvl6pPr>
            <a:lvl7pPr>
              <a:defRPr sz="1425" b="0">
                <a:solidFill>
                  <a:srgbClr val="34383E"/>
                </a:solidFill>
                <a:latin typeface="Inter"/>
                <a:ea typeface="Inter"/>
                <a:cs typeface="Inter"/>
              </a:defRPr>
            </a:lvl7pPr>
            <a:lvl8pPr>
              <a:defRPr sz="1425" b="0">
                <a:solidFill>
                  <a:srgbClr val="34383E"/>
                </a:solidFill>
                <a:latin typeface="Inter"/>
                <a:ea typeface="Inter"/>
                <a:cs typeface="Inter"/>
              </a:defRPr>
            </a:lvl8pPr>
            <a:lvl9pPr>
              <a:defRPr sz="1425" b="0">
                <a:solidFill>
                  <a:srgbClr val="34383E"/>
                </a:solidFill>
                <a:latin typeface="Inter"/>
                <a:ea typeface="Inter"/>
                <a:cs typeface="Inter"/>
              </a:defRPr>
            </a:lvl9pPr>
          </a:lstStyle>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Mostrar el recorrido y sus simuladores.</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Registrar feedback y pendientes.</a:t>
            </a:r>
          </a:p>
          <a:p xmlns:a="http://schemas.openxmlformats.org/drawingml/2006/main">
            <a:pPr>
              <a:defRPr sz="1425" b="0">
                <a:solidFill>
                  <a:srgbClr val="34383E"/>
                </a:solidFill>
                <a:latin typeface="Inter"/>
                <a:ea typeface="Inter"/>
                <a:cs typeface="Inter"/>
              </a:defRPr>
            </a:pPr>
            <a:r>
              <a:rPr sz="1425" b="0">
                <a:solidFill>
                  <a:srgbClr val="34383E"/>
                </a:solidFill>
                <a:latin typeface="Inter"/>
                <a:ea typeface="Inter"/>
                <a:cs typeface="Inter"/>
              </a:rPr>
              <a:t>Acordar el siguiente incremento.</a:t>
            </a:r>
          </a:p>
        </p:txBody>
      </p:sp>
      <p:sp>
        <p:nvSpPr>
          <p:cNvPr id="41" name="">
            <a:extLst xmlns:a="http://schemas.openxmlformats.org/drawingml/2006/main">
              <a:ext uri="{FF2B5EF4-FFF2-40B4-BE49-F238E27FC236}">
                <a16:creationId xmlns:a16="http://schemas.microsoft.com/office/drawing/2014/main" id="{F0524D87-27D3-46C4-A1FC-3A3EBEAE3F49}"/>
              </a:ext>
            </a:extLst>
          </p:cNvPr>
          <p:cNvSpPr>
            <a:spLocks xmlns:a="http://schemas.openxmlformats.org/drawingml/2006/main" noGrp="1"/>
          </p:cNvSpPr>
          <p:nvPr/>
        </p:nvSpPr>
        <p:spPr>
          <a:xfrm xmlns:a="http://schemas.openxmlformats.org/drawingml/2006/main">
            <a:off x="609600" y="6000750"/>
            <a:ext cx="10972800" cy="28575"/>
          </a:xfrm>
          <a:prstGeom xmlns:a="http://schemas.openxmlformats.org/drawingml/2006/main" prst="rect">
            <a:avLst/>
          </a:prstGeom>
          <a:solidFill xmlns:a="http://schemas.openxmlformats.org/drawingml/2006/main">
            <a:srgbClr val="00937F"/>
          </a:solidFill>
          <a:ln xmlns:a="http://schemas.openxmlformats.org/drawingml/2006/main" w="0">
            <a:noFill/>
          </a:ln>
        </p:spPr>
      </p:sp>
      <p:sp>
        <p:nvSpPr>
          <p:cNvPr id="42" name="Al cerrar cada iteración: funcionalidad demostrabl">
            <a:extLst xmlns:a="http://schemas.openxmlformats.org/drawingml/2006/main">
              <a:ext uri="{FF2B5EF4-FFF2-40B4-BE49-F238E27FC236}">
                <a16:creationId xmlns:a16="http://schemas.microsoft.com/office/drawing/2014/main" id="{289E8921-A0B2-4E84-B23C-EE258F4C5B1A}"/>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6569"/>
                </a:solidFill>
                <a:latin typeface="Inter"/>
                <a:ea typeface="Inter"/>
                <a:cs typeface="Inter"/>
              </a:defRPr>
            </a:defPPr>
            <a:lvl1pPr>
              <a:defRPr sz="1275" b="0">
                <a:solidFill>
                  <a:srgbClr val="636569"/>
                </a:solidFill>
                <a:latin typeface="Inter"/>
                <a:ea typeface="Inter"/>
                <a:cs typeface="Inter"/>
              </a:defRPr>
            </a:lvl1pPr>
            <a:lvl2pPr>
              <a:defRPr sz="1275" b="0">
                <a:solidFill>
                  <a:srgbClr val="636569"/>
                </a:solidFill>
                <a:latin typeface="Inter"/>
                <a:ea typeface="Inter"/>
                <a:cs typeface="Inter"/>
              </a:defRPr>
            </a:lvl2pPr>
            <a:lvl3pPr>
              <a:defRPr sz="1275" b="0">
                <a:solidFill>
                  <a:srgbClr val="636569"/>
                </a:solidFill>
                <a:latin typeface="Inter"/>
                <a:ea typeface="Inter"/>
                <a:cs typeface="Inter"/>
              </a:defRPr>
            </a:lvl3pPr>
            <a:lvl4pPr>
              <a:defRPr sz="1275" b="0">
                <a:solidFill>
                  <a:srgbClr val="636569"/>
                </a:solidFill>
                <a:latin typeface="Inter"/>
                <a:ea typeface="Inter"/>
                <a:cs typeface="Inter"/>
              </a:defRPr>
            </a:lvl4pPr>
            <a:lvl5pPr>
              <a:defRPr sz="1275" b="0">
                <a:solidFill>
                  <a:srgbClr val="636569"/>
                </a:solidFill>
                <a:latin typeface="Inter"/>
                <a:ea typeface="Inter"/>
                <a:cs typeface="Inter"/>
              </a:defRPr>
            </a:lvl5pPr>
            <a:lvl6pPr>
              <a:defRPr sz="1275" b="0">
                <a:solidFill>
                  <a:srgbClr val="636569"/>
                </a:solidFill>
                <a:latin typeface="Inter"/>
                <a:ea typeface="Inter"/>
                <a:cs typeface="Inter"/>
              </a:defRPr>
            </a:lvl6pPr>
            <a:lvl7pPr>
              <a:defRPr sz="1275" b="0">
                <a:solidFill>
                  <a:srgbClr val="636569"/>
                </a:solidFill>
                <a:latin typeface="Inter"/>
                <a:ea typeface="Inter"/>
                <a:cs typeface="Inter"/>
              </a:defRPr>
            </a:lvl7pPr>
            <a:lvl8pPr>
              <a:defRPr sz="1275" b="0">
                <a:solidFill>
                  <a:srgbClr val="636569"/>
                </a:solidFill>
                <a:latin typeface="Inter"/>
                <a:ea typeface="Inter"/>
                <a:cs typeface="Inter"/>
              </a:defRPr>
            </a:lvl8pPr>
            <a:lvl9pPr>
              <a:defRPr sz="1275" b="0">
                <a:solidFill>
                  <a:srgbClr val="636569"/>
                </a:solidFill>
                <a:latin typeface="Inter"/>
                <a:ea typeface="Inter"/>
                <a:cs typeface="Inter"/>
              </a:defRPr>
            </a:lvl9pPr>
          </a:lstStyle>
          <a:p xmlns:a="http://schemas.openxmlformats.org/drawingml/2006/main">
            <a:pPr>
              <a:defRPr sz="1275" b="0">
                <a:solidFill>
                  <a:srgbClr val="636569"/>
                </a:solidFill>
                <a:latin typeface="Inter"/>
                <a:ea typeface="Inter"/>
                <a:cs typeface="Inter"/>
              </a:defRPr>
            </a:pPr>
            <a:r>
              <a:rPr sz="1275" b="0">
                <a:solidFill>
                  <a:srgbClr val="636569"/>
                </a:solidFill>
                <a:latin typeface="Inter"/>
                <a:ea typeface="Inter"/>
                <a:cs typeface="Inter"/>
              </a:rPr>
              <a:t>Al cerrar cada iteración: funcionalidad demostrable, evidencia de aceptación y próximo objetivo. Fechas tras estimar con el equipo.</a:t>
            </a:r>
          </a:p>
        </p:txBody>
      </p:sp>
    </p:spTree>
    <p:extLst>
      <p:ext uri="{BB962C8B-B14F-4D97-AF65-F5344CB8AC3E}">
        <p14:creationId xmlns:p14="http://schemas.microsoft.com/office/powerpoint/2010/main" val="61558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2026-10-21T19:15:40.5540000Z</dcterms:created>
  <dcterms:modified xsi:type="dcterms:W3CDTF">2026-10-21T19:15:40.5540000Z</dcterms:modified>
</coreProperties>
</file>